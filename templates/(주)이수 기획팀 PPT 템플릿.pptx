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4"/>
  </p:sldMasterIdLst>
  <p:notesMasterIdLst>
    <p:notesMasterId r:id="rId9"/>
  </p:notesMasterIdLst>
  <p:handoutMasterIdLst>
    <p:handoutMasterId r:id="rId10"/>
  </p:handoutMasterIdLst>
  <p:sldIdLst>
    <p:sldId id="555" r:id="rId5"/>
    <p:sldId id="2134807260" r:id="rId6"/>
    <p:sldId id="2134807261" r:id="rId7"/>
    <p:sldId id="562" r:id="rId8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">
          <p15:clr>
            <a:srgbClr val="A4A3A4"/>
          </p15:clr>
        </p15:guide>
        <p15:guide id="2" pos="228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5" pos="5647" userDrawn="1">
          <p15:clr>
            <a:srgbClr val="A4A3A4"/>
          </p15:clr>
        </p15:guide>
        <p15:guide id="6" orient="horz" pos="1003" userDrawn="1">
          <p15:clr>
            <a:srgbClr val="A4A3A4"/>
          </p15:clr>
        </p15:guide>
        <p15:guide id="7" pos="408" userDrawn="1">
          <p15:clr>
            <a:srgbClr val="A4A3A4"/>
          </p15:clr>
        </p15:guide>
        <p15:guide id="9" orient="horz" pos="368" userDrawn="1">
          <p15:clr>
            <a:srgbClr val="A4A3A4"/>
          </p15:clr>
        </p15:guide>
        <p15:guide id="10" pos="113" userDrawn="1">
          <p15:clr>
            <a:srgbClr val="A4A3A4"/>
          </p15:clr>
        </p15:guide>
        <p15:guide id="11" pos="272" userDrawn="1">
          <p15:clr>
            <a:srgbClr val="A4A3A4"/>
          </p15:clr>
        </p15:guide>
        <p15:guide id="12" pos="5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E03B6-88B6-4E1D-AD43-C9DBD9C72E1C}" v="37" dt="2023-09-04T23:51:51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2154" y="306"/>
      </p:cViewPr>
      <p:guideLst>
        <p:guide orient="horz" pos="210"/>
        <p:guide pos="228"/>
        <p:guide orient="horz" pos="4110"/>
        <p:guide pos="5647"/>
        <p:guide orient="horz" pos="1003"/>
        <p:guide pos="408"/>
        <p:guide orient="horz" pos="368"/>
        <p:guide pos="113"/>
        <p:guide pos="272"/>
        <p:guide pos="5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혜만(Kim Haemann)" userId="S::hemannkim@isu.co.kr::7f851b3b-ef70-419a-8539-0d261e66e194" providerId="AD" clId="Web-{A474A359-AE0B-4427-8854-C5978D2F9C6C}"/>
    <pc:docChg chg="mod modMainMaster">
      <pc:chgData name="김혜만(Kim Haemann)" userId="S::hemannkim@isu.co.kr::7f851b3b-ef70-419a-8539-0d261e66e194" providerId="AD" clId="Web-{A474A359-AE0B-4427-8854-C5978D2F9C6C}" dt="2021-11-22T23:47:25.661" v="0" actId="33475"/>
      <pc:docMkLst>
        <pc:docMk/>
      </pc:docMkLst>
      <pc:sldMasterChg chg="delSp">
        <pc:chgData name="김혜만(Kim Haemann)" userId="S::hemannkim@isu.co.kr::7f851b3b-ef70-419a-8539-0d261e66e194" providerId="AD" clId="Web-{A474A359-AE0B-4427-8854-C5978D2F9C6C}" dt="2021-11-22T23:47:25.661" v="0" actId="33475"/>
        <pc:sldMasterMkLst>
          <pc:docMk/>
          <pc:sldMasterMk cId="1857310039" sldId="2147483661"/>
        </pc:sldMasterMkLst>
        <pc:spChg chg="del">
          <ac:chgData name="김혜만(Kim Haemann)" userId="S::hemannkim@isu.co.kr::7f851b3b-ef70-419a-8539-0d261e66e194" providerId="AD" clId="Web-{A474A359-AE0B-4427-8854-C5978D2F9C6C}" dt="2021-11-22T23:47:25.661" v="0" actId="33475"/>
          <ac:spMkLst>
            <pc:docMk/>
            <pc:sldMasterMk cId="1857310039" sldId="2147483661"/>
            <ac:spMk id="2" creationId="{792D2AB0-E4EC-4D29-8C20-40ED120C641F}"/>
          </ac:spMkLst>
        </pc:spChg>
      </pc:sldMasterChg>
    </pc:docChg>
  </pc:docChgLst>
  <pc:docChgLst>
    <pc:chgData name="김혜만(Kim Haemann)" userId="7f851b3b-ef70-419a-8539-0d261e66e194" providerId="ADAL" clId="{EDFE03B6-88B6-4E1D-AD43-C9DBD9C72E1C}"/>
    <pc:docChg chg="undo custSel modSld">
      <pc:chgData name="김혜만(Kim Haemann)" userId="7f851b3b-ef70-419a-8539-0d261e66e194" providerId="ADAL" clId="{EDFE03B6-88B6-4E1D-AD43-C9DBD9C72E1C}" dt="2023-09-04T23:51:23.327" v="415"/>
      <pc:docMkLst>
        <pc:docMk/>
      </pc:docMkLst>
      <pc:sldChg chg="modSp mod">
        <pc:chgData name="김혜만(Kim Haemann)" userId="7f851b3b-ef70-419a-8539-0d261e66e194" providerId="ADAL" clId="{EDFE03B6-88B6-4E1D-AD43-C9DBD9C72E1C}" dt="2023-09-04T23:51:23.327" v="415"/>
        <pc:sldMkLst>
          <pc:docMk/>
          <pc:sldMk cId="1640498743" sldId="521"/>
        </pc:sldMkLst>
        <pc:spChg chg="mod">
          <ac:chgData name="김혜만(Kim Haemann)" userId="7f851b3b-ef70-419a-8539-0d261e66e194" providerId="ADAL" clId="{EDFE03B6-88B6-4E1D-AD43-C9DBD9C72E1C}" dt="2023-09-04T23:51:14.285" v="340" actId="3064"/>
          <ac:spMkLst>
            <pc:docMk/>
            <pc:sldMk cId="1640498743" sldId="521"/>
            <ac:spMk id="10" creationId="{87A606D6-7A09-400D-85BD-658730AB4D7A}"/>
          </ac:spMkLst>
        </pc:spChg>
        <pc:spChg chg="mod">
          <ac:chgData name="김혜만(Kim Haemann)" userId="7f851b3b-ef70-419a-8539-0d261e66e194" providerId="ADAL" clId="{EDFE03B6-88B6-4E1D-AD43-C9DBD9C72E1C}" dt="2023-09-04T23:51:23.327" v="415"/>
          <ac:spMkLst>
            <pc:docMk/>
            <pc:sldMk cId="1640498743" sldId="521"/>
            <ac:spMk id="27" creationId="{00000000-0000-0000-0000-000000000000}"/>
          </ac:spMkLst>
        </pc:spChg>
      </pc:sldChg>
    </pc:docChg>
  </pc:docChgLst>
  <pc:docChgLst>
    <pc:chgData name="김양제" userId="e6fb36be-7466-4411-9808-47a7887b1478" providerId="ADAL" clId="{3F008305-46AC-4C77-87B8-7FDF0EE66A86}"/>
    <pc:docChg chg="undo redo custSel addSld delSld modSld addMainMaster modMainMaster">
      <pc:chgData name="김양제" userId="e6fb36be-7466-4411-9808-47a7887b1478" providerId="ADAL" clId="{3F008305-46AC-4C77-87B8-7FDF0EE66A86}" dt="2020-11-11T02:25:53.696" v="1284"/>
      <pc:docMkLst>
        <pc:docMk/>
      </pc:docMkLst>
      <pc:sldChg chg="del">
        <pc:chgData name="김양제" userId="e6fb36be-7466-4411-9808-47a7887b1478" providerId="ADAL" clId="{3F008305-46AC-4C77-87B8-7FDF0EE66A86}" dt="2020-11-05T00:40:05.774" v="0" actId="47"/>
        <pc:sldMkLst>
          <pc:docMk/>
          <pc:sldMk cId="3809319193" sldId="269"/>
        </pc:sldMkLst>
      </pc:sldChg>
      <pc:sldChg chg="addSp delSp modSp mod modClrScheme chgLayout">
        <pc:chgData name="김양제" userId="e6fb36be-7466-4411-9808-47a7887b1478" providerId="ADAL" clId="{3F008305-46AC-4C77-87B8-7FDF0EE66A86}" dt="2020-11-11T02:25:53.696" v="1284"/>
        <pc:sldMkLst>
          <pc:docMk/>
          <pc:sldMk cId="1640498743" sldId="521"/>
        </pc:sldMkLst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4" creationId="{1F7BDD56-3965-4F14-B711-ED2E94F95034}"/>
          </ac:spMkLst>
        </pc:spChg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5" creationId="{7A7091C6-34AB-4C64-AB9F-25FCB7974887}"/>
          </ac:spMkLst>
        </pc:spChg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6" creationId="{1A979A31-C652-45DF-AB4F-A234D1786479}"/>
          </ac:spMkLst>
        </pc:spChg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7" creationId="{B7FB48F1-44E4-4FBA-ADBE-5A43F72E7C9F}"/>
          </ac:spMkLst>
        </pc:spChg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8" creationId="{F4022122-AD37-4152-9851-44FD69C7928F}"/>
          </ac:spMkLst>
        </pc:spChg>
        <pc:spChg chg="mod">
          <ac:chgData name="김양제" userId="e6fb36be-7466-4411-9808-47a7887b1478" providerId="ADAL" clId="{3F008305-46AC-4C77-87B8-7FDF0EE66A86}" dt="2020-11-05T01:45:53.934" v="778" actId="1037"/>
          <ac:spMkLst>
            <pc:docMk/>
            <pc:sldMk cId="1640498743" sldId="521"/>
            <ac:spMk id="9" creationId="{301B36E0-EDFA-4ED5-BB46-8A9815DF6C8D}"/>
          </ac:spMkLst>
        </pc:spChg>
        <pc:spChg chg="add mod ord">
          <ac:chgData name="김양제" userId="e6fb36be-7466-4411-9808-47a7887b1478" providerId="ADAL" clId="{3F008305-46AC-4C77-87B8-7FDF0EE66A86}" dt="2020-11-05T01:45:39.939" v="741" actId="1035"/>
          <ac:spMkLst>
            <pc:docMk/>
            <pc:sldMk cId="1640498743" sldId="521"/>
            <ac:spMk id="10" creationId="{87A606D6-7A09-400D-85BD-658730AB4D7A}"/>
          </ac:spMkLst>
        </pc:spChg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11" creationId="{64F962D6-5F3D-4CBD-91CF-A061F4A9FDC4}"/>
          </ac:spMkLst>
        </pc:spChg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12" creationId="{332331A0-5886-4BD5-8E7C-F3A67A2A4F8C}"/>
          </ac:spMkLst>
        </pc:spChg>
        <pc:spChg chg="add">
          <ac:chgData name="김양제" userId="e6fb36be-7466-4411-9808-47a7887b1478" providerId="ADAL" clId="{3F008305-46AC-4C77-87B8-7FDF0EE66A86}" dt="2020-11-05T01:49:18.898" v="924" actId="22"/>
          <ac:spMkLst>
            <pc:docMk/>
            <pc:sldMk cId="1640498743" sldId="521"/>
            <ac:spMk id="13" creationId="{0D0ECE7F-F4E6-44E3-A8A8-E9B0D8863B80}"/>
          </ac:spMkLst>
        </pc:spChg>
        <pc:spChg chg="add">
          <ac:chgData name="김양제" userId="e6fb36be-7466-4411-9808-47a7887b1478" providerId="ADAL" clId="{3F008305-46AC-4C77-87B8-7FDF0EE66A86}" dt="2020-11-05T01:49:18.898" v="924" actId="22"/>
          <ac:spMkLst>
            <pc:docMk/>
            <pc:sldMk cId="1640498743" sldId="521"/>
            <ac:spMk id="14" creationId="{AB001F25-A3AF-4851-977E-3C95FA5E1822}"/>
          </ac:spMkLst>
        </pc:spChg>
        <pc:spChg chg="del mod ord">
          <ac:chgData name="김양제" userId="e6fb36be-7466-4411-9808-47a7887b1478" providerId="ADAL" clId="{3F008305-46AC-4C77-87B8-7FDF0EE66A86}" dt="2020-11-05T01:47:36.608" v="882" actId="478"/>
          <ac:spMkLst>
            <pc:docMk/>
            <pc:sldMk cId="1640498743" sldId="521"/>
            <ac:spMk id="15" creationId="{00000000-0000-0000-0000-000000000000}"/>
          </ac:spMkLst>
        </pc:spChg>
        <pc:spChg chg="add">
          <ac:chgData name="김양제" userId="e6fb36be-7466-4411-9808-47a7887b1478" providerId="ADAL" clId="{3F008305-46AC-4C77-87B8-7FDF0EE66A86}" dt="2020-11-05T01:49:18.898" v="924" actId="22"/>
          <ac:spMkLst>
            <pc:docMk/>
            <pc:sldMk cId="1640498743" sldId="521"/>
            <ac:spMk id="16" creationId="{AB706110-EC64-4EC5-A63F-44DA487D4C10}"/>
          </ac:spMkLst>
        </pc:spChg>
        <pc:spChg chg="del">
          <ac:chgData name="김양제" userId="e6fb36be-7466-4411-9808-47a7887b1478" providerId="ADAL" clId="{3F008305-46AC-4C77-87B8-7FDF0EE66A86}" dt="2020-11-05T01:47:36.608" v="882" actId="478"/>
          <ac:spMkLst>
            <pc:docMk/>
            <pc:sldMk cId="1640498743" sldId="521"/>
            <ac:spMk id="18" creationId="{00000000-0000-0000-0000-000000000000}"/>
          </ac:spMkLst>
        </pc:spChg>
        <pc:spChg chg="del">
          <ac:chgData name="김양제" userId="e6fb36be-7466-4411-9808-47a7887b1478" providerId="ADAL" clId="{3F008305-46AC-4C77-87B8-7FDF0EE66A86}" dt="2020-11-05T01:47:36.608" v="882" actId="478"/>
          <ac:spMkLst>
            <pc:docMk/>
            <pc:sldMk cId="1640498743" sldId="521"/>
            <ac:spMk id="19" creationId="{00000000-0000-0000-0000-000000000000}"/>
          </ac:spMkLst>
        </pc:spChg>
        <pc:spChg chg="del">
          <ac:chgData name="김양제" userId="e6fb36be-7466-4411-9808-47a7887b1478" providerId="ADAL" clId="{3F008305-46AC-4C77-87B8-7FDF0EE66A86}" dt="2020-11-05T00:44:29.432" v="14" actId="478"/>
          <ac:spMkLst>
            <pc:docMk/>
            <pc:sldMk cId="1640498743" sldId="521"/>
            <ac:spMk id="20" creationId="{00000000-0000-0000-0000-000000000000}"/>
          </ac:spMkLst>
        </pc:spChg>
        <pc:spChg chg="del">
          <ac:chgData name="김양제" userId="e6fb36be-7466-4411-9808-47a7887b1478" providerId="ADAL" clId="{3F008305-46AC-4C77-87B8-7FDF0EE66A86}" dt="2020-11-05T00:44:29.432" v="14" actId="478"/>
          <ac:spMkLst>
            <pc:docMk/>
            <pc:sldMk cId="1640498743" sldId="521"/>
            <ac:spMk id="21" creationId="{00000000-0000-0000-0000-000000000000}"/>
          </ac:spMkLst>
        </pc:spChg>
        <pc:spChg chg="del">
          <ac:chgData name="김양제" userId="e6fb36be-7466-4411-9808-47a7887b1478" providerId="ADAL" clId="{3F008305-46AC-4C77-87B8-7FDF0EE66A86}" dt="2020-11-05T00:44:29.432" v="14" actId="478"/>
          <ac:spMkLst>
            <pc:docMk/>
            <pc:sldMk cId="1640498743" sldId="521"/>
            <ac:spMk id="22" creationId="{00000000-0000-0000-0000-000000000000}"/>
          </ac:spMkLst>
        </pc:spChg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23" creationId="{912994CE-559A-463E-8742-A6DB0A9B861C}"/>
          </ac:spMkLst>
        </pc:spChg>
        <pc:spChg chg="del mod">
          <ac:chgData name="김양제" userId="e6fb36be-7466-4411-9808-47a7887b1478" providerId="ADAL" clId="{3F008305-46AC-4C77-87B8-7FDF0EE66A86}" dt="2020-11-05T01:48:57.820" v="922" actId="478"/>
          <ac:spMkLst>
            <pc:docMk/>
            <pc:sldMk cId="1640498743" sldId="521"/>
            <ac:spMk id="24" creationId="{00000000-0000-0000-0000-000000000000}"/>
          </ac:spMkLst>
        </pc:spChg>
        <pc:spChg chg="mod">
          <ac:chgData name="김양제" userId="e6fb36be-7466-4411-9808-47a7887b1478" providerId="ADAL" clId="{3F008305-46AC-4C77-87B8-7FDF0EE66A86}" dt="2020-11-05T01:47:58.993" v="901" actId="1038"/>
          <ac:spMkLst>
            <pc:docMk/>
            <pc:sldMk cId="1640498743" sldId="521"/>
            <ac:spMk id="25" creationId="{00000000-0000-0000-0000-000000000000}"/>
          </ac:spMkLst>
        </pc:spChg>
        <pc:spChg chg="del">
          <ac:chgData name="김양제" userId="e6fb36be-7466-4411-9808-47a7887b1478" providerId="ADAL" clId="{3F008305-46AC-4C77-87B8-7FDF0EE66A86}" dt="2020-11-05T01:45:28.018" v="675" actId="478"/>
          <ac:spMkLst>
            <pc:docMk/>
            <pc:sldMk cId="1640498743" sldId="521"/>
            <ac:spMk id="26" creationId="{00000000-0000-0000-0000-000000000000}"/>
          </ac:spMkLst>
        </pc:spChg>
        <pc:spChg chg="mod">
          <ac:chgData name="김양제" userId="e6fb36be-7466-4411-9808-47a7887b1478" providerId="ADAL" clId="{3F008305-46AC-4C77-87B8-7FDF0EE66A86}" dt="2020-11-05T01:57:32.452" v="997" actId="20577"/>
          <ac:spMkLst>
            <pc:docMk/>
            <pc:sldMk cId="1640498743" sldId="521"/>
            <ac:spMk id="27" creationId="{00000000-0000-0000-0000-000000000000}"/>
          </ac:spMkLst>
        </pc:spChg>
        <pc:spChg chg="mod">
          <ac:chgData name="김양제" userId="e6fb36be-7466-4411-9808-47a7887b1478" providerId="ADAL" clId="{3F008305-46AC-4C77-87B8-7FDF0EE66A86}" dt="2020-11-05T01:47:58.993" v="901" actId="1038"/>
          <ac:spMkLst>
            <pc:docMk/>
            <pc:sldMk cId="1640498743" sldId="521"/>
            <ac:spMk id="28" creationId="{00000000-0000-0000-0000-000000000000}"/>
          </ac:spMkLst>
        </pc:spChg>
        <pc:spChg chg="add mod">
          <ac:chgData name="김양제" userId="e6fb36be-7466-4411-9808-47a7887b1478" providerId="ADAL" clId="{3F008305-46AC-4C77-87B8-7FDF0EE66A86}" dt="2020-11-11T02:25:53.696" v="1284"/>
          <ac:spMkLst>
            <pc:docMk/>
            <pc:sldMk cId="1640498743" sldId="521"/>
            <ac:spMk id="31" creationId="{BF4EB554-46D0-4A64-A8BE-1D7FC253E876}"/>
          </ac:spMkLst>
        </pc:spChg>
        <pc:spChg chg="mod">
          <ac:chgData name="김양제" userId="e6fb36be-7466-4411-9808-47a7887b1478" providerId="ADAL" clId="{3F008305-46AC-4C77-87B8-7FDF0EE66A86}" dt="2020-11-05T01:49:10.071" v="923"/>
          <ac:spMkLst>
            <pc:docMk/>
            <pc:sldMk cId="1640498743" sldId="521"/>
            <ac:spMk id="38" creationId="{522161BC-8CA7-4C4C-B891-BE30419E0048}"/>
          </ac:spMkLst>
        </pc:spChg>
        <pc:spChg chg="add mod">
          <ac:chgData name="김양제" userId="e6fb36be-7466-4411-9808-47a7887b1478" providerId="ADAL" clId="{3F008305-46AC-4C77-87B8-7FDF0EE66A86}" dt="2020-11-11T02:25:37.882" v="1278"/>
          <ac:spMkLst>
            <pc:docMk/>
            <pc:sldMk cId="1640498743" sldId="521"/>
            <ac:spMk id="40" creationId="{654F43F3-9D0C-46EF-ABCC-A5765E5A3A95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1" creationId="{2E57A1EC-ED11-431D-9D94-41FD3AB36791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2" creationId="{224EEF8D-B532-467C-AF3D-09FB351AE3BE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3" creationId="{4B164743-CCDA-43F2-8622-C1782DE77561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4" creationId="{FB42990B-105C-4492-9ED4-B657EFBB3B77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5" creationId="{4588109B-82F3-4E56-8ECE-CC44E259C3E3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6" creationId="{29F89D60-D329-4124-ABA5-FF96B6D82E5B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7" creationId="{D965AD54-EC93-4C20-A758-A1556193C14E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8" creationId="{9B6AA316-6169-4BC0-B204-56F72F52167B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49" creationId="{8AD1E663-395B-4F96-B5D4-235CDBA6E6B6}"/>
          </ac:spMkLst>
        </pc:spChg>
        <pc:spChg chg="add mod">
          <ac:chgData name="김양제" userId="e6fb36be-7466-4411-9808-47a7887b1478" providerId="ADAL" clId="{3F008305-46AC-4C77-87B8-7FDF0EE66A86}" dt="2020-11-05T01:57:49.299" v="1033" actId="1035"/>
          <ac:spMkLst>
            <pc:docMk/>
            <pc:sldMk cId="1640498743" sldId="521"/>
            <ac:spMk id="50" creationId="{B51CD603-8697-4897-86D9-ABF2F7B7E78A}"/>
          </ac:spMkLst>
        </pc:spChg>
        <pc:grpChg chg="mod">
          <ac:chgData name="김양제" userId="e6fb36be-7466-4411-9808-47a7887b1478" providerId="ADAL" clId="{3F008305-46AC-4C77-87B8-7FDF0EE66A86}" dt="2020-11-05T01:47:58.993" v="901" actId="1038"/>
          <ac:grpSpMkLst>
            <pc:docMk/>
            <pc:sldMk cId="1640498743" sldId="521"/>
            <ac:grpSpMk id="2" creationId="{34AFEC8A-B5AA-4FDD-A89E-38A179024D2A}"/>
          </ac:grpSpMkLst>
        </pc:grpChg>
        <pc:grpChg chg="del mod">
          <ac:chgData name="김양제" userId="e6fb36be-7466-4411-9808-47a7887b1478" providerId="ADAL" clId="{3F008305-46AC-4C77-87B8-7FDF0EE66A86}" dt="2020-11-05T01:48:57.820" v="922" actId="478"/>
          <ac:grpSpMkLst>
            <pc:docMk/>
            <pc:sldMk cId="1640498743" sldId="521"/>
            <ac:grpSpMk id="3" creationId="{C3AD7EAF-D042-443D-A19B-4DE444EF2587}"/>
          </ac:grpSpMkLst>
        </pc:grpChg>
        <pc:grpChg chg="del">
          <ac:chgData name="김양제" userId="e6fb36be-7466-4411-9808-47a7887b1478" providerId="ADAL" clId="{3F008305-46AC-4C77-87B8-7FDF0EE66A86}" dt="2020-11-05T01:45:44.220" v="742" actId="478"/>
          <ac:grpSpMkLst>
            <pc:docMk/>
            <pc:sldMk cId="1640498743" sldId="521"/>
            <ac:grpSpMk id="32" creationId="{00000000-0000-0000-0000-000000000000}"/>
          </ac:grpSpMkLst>
        </pc:grpChg>
        <pc:grpChg chg="add mod">
          <ac:chgData name="김양제" userId="e6fb36be-7466-4411-9808-47a7887b1478" providerId="ADAL" clId="{3F008305-46AC-4C77-87B8-7FDF0EE66A86}" dt="2020-11-11T02:25:47.723" v="1279" actId="14100"/>
          <ac:grpSpMkLst>
            <pc:docMk/>
            <pc:sldMk cId="1640498743" sldId="521"/>
            <ac:grpSpMk id="37" creationId="{99F96875-4257-4980-9EE0-920A050A39DE}"/>
          </ac:grpSpMkLst>
        </pc:grpChg>
        <pc:cxnChg chg="mod">
          <ac:chgData name="김양제" userId="e6fb36be-7466-4411-9808-47a7887b1478" providerId="ADAL" clId="{3F008305-46AC-4C77-87B8-7FDF0EE66A86}" dt="2020-11-05T01:47:58.993" v="901" actId="1038"/>
          <ac:cxnSpMkLst>
            <pc:docMk/>
            <pc:sldMk cId="1640498743" sldId="521"/>
            <ac:cxnSpMk id="29" creationId="{00000000-0000-0000-0000-000000000000}"/>
          </ac:cxnSpMkLst>
        </pc:cxnChg>
        <pc:cxnChg chg="mod">
          <ac:chgData name="김양제" userId="e6fb36be-7466-4411-9808-47a7887b1478" providerId="ADAL" clId="{3F008305-46AC-4C77-87B8-7FDF0EE66A86}" dt="2020-11-05T01:49:10.071" v="923"/>
          <ac:cxnSpMkLst>
            <pc:docMk/>
            <pc:sldMk cId="1640498743" sldId="521"/>
            <ac:cxnSpMk id="39" creationId="{E43F4DF8-1D41-43A6-A1DB-E02EA2B80F70}"/>
          </ac:cxnSpMkLst>
        </pc:cxnChg>
      </pc:sldChg>
      <pc:sldChg chg="addSp delSp modSp mod modClrScheme chgLayout">
        <pc:chgData name="김양제" userId="e6fb36be-7466-4411-9808-47a7887b1478" providerId="ADAL" clId="{3F008305-46AC-4C77-87B8-7FDF0EE66A86}" dt="2020-11-11T02:24:57.579" v="1273" actId="478"/>
        <pc:sldMkLst>
          <pc:docMk/>
          <pc:sldMk cId="674039964" sldId="522"/>
        </pc:sldMkLst>
        <pc:spChg chg="add del mod">
          <ac:chgData name="김양제" userId="e6fb36be-7466-4411-9808-47a7887b1478" providerId="ADAL" clId="{3F008305-46AC-4C77-87B8-7FDF0EE66A86}" dt="2020-11-05T01:46:11.457" v="842" actId="1038"/>
          <ac:spMkLst>
            <pc:docMk/>
            <pc:sldMk cId="674039964" sldId="522"/>
            <ac:spMk id="2" creationId="{9085F48B-7113-40FD-B97B-DCF9FA567F74}"/>
          </ac:spMkLst>
        </pc:spChg>
        <pc:spChg chg="add mod ord">
          <ac:chgData name="김양제" userId="e6fb36be-7466-4411-9808-47a7887b1478" providerId="ADAL" clId="{3F008305-46AC-4C77-87B8-7FDF0EE66A86}" dt="2020-11-05T01:46:48.836" v="871" actId="20577"/>
          <ac:spMkLst>
            <pc:docMk/>
            <pc:sldMk cId="674039964" sldId="522"/>
            <ac:spMk id="6" creationId="{D4B7BB92-0421-4C30-A565-01B6A5DC3125}"/>
          </ac:spMkLst>
        </pc:spChg>
        <pc:spChg chg="mod">
          <ac:chgData name="김양제" userId="e6fb36be-7466-4411-9808-47a7887b1478" providerId="ADAL" clId="{3F008305-46AC-4C77-87B8-7FDF0EE66A86}" dt="2020-11-11T02:24:47.863" v="1272"/>
          <ac:spMkLst>
            <pc:docMk/>
            <pc:sldMk cId="674039964" sldId="522"/>
            <ac:spMk id="7" creationId="{D8B8EA79-0B53-4A23-8C03-E47AB9FE1445}"/>
          </ac:spMkLst>
        </pc:spChg>
        <pc:spChg chg="add del mod">
          <ac:chgData name="김양제" userId="e6fb36be-7466-4411-9808-47a7887b1478" providerId="ADAL" clId="{3F008305-46AC-4C77-87B8-7FDF0EE66A86}" dt="2020-11-11T02:24:57.579" v="1273" actId="478"/>
          <ac:spMkLst>
            <pc:docMk/>
            <pc:sldMk cId="674039964" sldId="522"/>
            <ac:spMk id="9" creationId="{44C1649A-4B5E-4DE4-8DE0-AE5A169604BC}"/>
          </ac:spMkLst>
        </pc:spChg>
        <pc:spChg chg="mod">
          <ac:chgData name="김양제" userId="e6fb36be-7466-4411-9808-47a7887b1478" providerId="ADAL" clId="{3F008305-46AC-4C77-87B8-7FDF0EE66A86}" dt="2020-11-11T02:23:57.116" v="1216"/>
          <ac:spMkLst>
            <pc:docMk/>
            <pc:sldMk cId="674039964" sldId="522"/>
            <ac:spMk id="15" creationId="{00000000-0000-0000-0000-000000000000}"/>
          </ac:spMkLst>
        </pc:spChg>
        <pc:spChg chg="del">
          <ac:chgData name="김양제" userId="e6fb36be-7466-4411-9808-47a7887b1478" providerId="ADAL" clId="{3F008305-46AC-4C77-87B8-7FDF0EE66A86}" dt="2020-11-05T01:46:39.241" v="852" actId="478"/>
          <ac:spMkLst>
            <pc:docMk/>
            <pc:sldMk cId="674039964" sldId="522"/>
            <ac:spMk id="24" creationId="{00000000-0000-0000-0000-000000000000}"/>
          </ac:spMkLst>
        </pc:spChg>
        <pc:grpChg chg="add del mod">
          <ac:chgData name="김양제" userId="e6fb36be-7466-4411-9808-47a7887b1478" providerId="ADAL" clId="{3F008305-46AC-4C77-87B8-7FDF0EE66A86}" dt="2020-11-11T02:24:03.023" v="1218" actId="14100"/>
          <ac:grpSpMkLst>
            <pc:docMk/>
            <pc:sldMk cId="674039964" sldId="522"/>
            <ac:grpSpMk id="3" creationId="{9C0AFB4F-7F1E-4AF2-A376-720F5BCF65E9}"/>
          </ac:grpSpMkLst>
        </pc:grpChg>
        <pc:grpChg chg="del">
          <ac:chgData name="김양제" userId="e6fb36be-7466-4411-9808-47a7887b1478" providerId="ADAL" clId="{3F008305-46AC-4C77-87B8-7FDF0EE66A86}" dt="2020-11-05T01:46:00.416" v="779" actId="478"/>
          <ac:grpSpMkLst>
            <pc:docMk/>
            <pc:sldMk cId="674039964" sldId="522"/>
            <ac:grpSpMk id="18" creationId="{00000000-0000-0000-0000-000000000000}"/>
          </ac:grpSpMkLst>
        </pc:grpChg>
      </pc:sldChg>
      <pc:sldChg chg="new del">
        <pc:chgData name="김양제" userId="e6fb36be-7466-4411-9808-47a7887b1478" providerId="ADAL" clId="{3F008305-46AC-4C77-87B8-7FDF0EE66A86}" dt="2020-11-05T01:20:19.403" v="611" actId="47"/>
        <pc:sldMkLst>
          <pc:docMk/>
          <pc:sldMk cId="923443470" sldId="523"/>
        </pc:sldMkLst>
      </pc:sldChg>
      <pc:sldChg chg="addSp delSp modSp new del mod modClrScheme chgLayout">
        <pc:chgData name="김양제" userId="e6fb36be-7466-4411-9808-47a7887b1478" providerId="ADAL" clId="{3F008305-46AC-4C77-87B8-7FDF0EE66A86}" dt="2020-11-05T01:44:02.037" v="640" actId="47"/>
        <pc:sldMkLst>
          <pc:docMk/>
          <pc:sldMk cId="1438252899" sldId="523"/>
        </pc:sldMkLst>
        <pc:spChg chg="add mod">
          <ac:chgData name="김양제" userId="e6fb36be-7466-4411-9808-47a7887b1478" providerId="ADAL" clId="{3F008305-46AC-4C77-87B8-7FDF0EE66A86}" dt="2020-11-05T01:20:28.512" v="613" actId="700"/>
          <ac:spMkLst>
            <pc:docMk/>
            <pc:sldMk cId="1438252899" sldId="523"/>
            <ac:spMk id="2" creationId="{2453899F-3CEE-4FFD-9364-70BED696820C}"/>
          </ac:spMkLst>
        </pc:spChg>
        <pc:spChg chg="add del mod">
          <ac:chgData name="김양제" userId="e6fb36be-7466-4411-9808-47a7887b1478" providerId="ADAL" clId="{3F008305-46AC-4C77-87B8-7FDF0EE66A86}" dt="2020-11-05T01:27:29.715" v="624" actId="478"/>
          <ac:spMkLst>
            <pc:docMk/>
            <pc:sldMk cId="1438252899" sldId="523"/>
            <ac:spMk id="3" creationId="{F2EC7C06-7295-4313-9304-5E11FCD2C301}"/>
          </ac:spMkLst>
        </pc:spChg>
        <pc:spChg chg="del">
          <ac:chgData name="김양제" userId="e6fb36be-7466-4411-9808-47a7887b1478" providerId="ADAL" clId="{3F008305-46AC-4C77-87B8-7FDF0EE66A86}" dt="2020-11-05T01:27:13.306" v="623" actId="478"/>
          <ac:spMkLst>
            <pc:docMk/>
            <pc:sldMk cId="1438252899" sldId="523"/>
            <ac:spMk id="6" creationId="{3078A886-85F8-477F-A1A2-0BC640EBC8C7}"/>
          </ac:spMkLst>
        </pc:spChg>
        <pc:spChg chg="add mod">
          <ac:chgData name="김양제" userId="e6fb36be-7466-4411-9808-47a7887b1478" providerId="ADAL" clId="{3F008305-46AC-4C77-87B8-7FDF0EE66A86}" dt="2020-11-05T01:27:29.715" v="624" actId="478"/>
          <ac:spMkLst>
            <pc:docMk/>
            <pc:sldMk cId="1438252899" sldId="523"/>
            <ac:spMk id="7" creationId="{B8D774AB-835C-44D3-AB29-D9BE03374A52}"/>
          </ac:spMkLst>
        </pc:spChg>
      </pc:sldChg>
      <pc:sldChg chg="addSp modSp new del mod modClrScheme chgLayout">
        <pc:chgData name="김양제" userId="e6fb36be-7466-4411-9808-47a7887b1478" providerId="ADAL" clId="{3F008305-46AC-4C77-87B8-7FDF0EE66A86}" dt="2020-11-05T00:53:45.470" v="355" actId="47"/>
        <pc:sldMkLst>
          <pc:docMk/>
          <pc:sldMk cId="2064430703" sldId="523"/>
        </pc:sldMkLst>
        <pc:spChg chg="add mod">
          <ac:chgData name="김양제" userId="e6fb36be-7466-4411-9808-47a7887b1478" providerId="ADAL" clId="{3F008305-46AC-4C77-87B8-7FDF0EE66A86}" dt="2020-11-05T00:53:42.472" v="354" actId="700"/>
          <ac:spMkLst>
            <pc:docMk/>
            <pc:sldMk cId="2064430703" sldId="523"/>
            <ac:spMk id="2" creationId="{6E71F828-F791-4027-AF7B-E7E4F1855D22}"/>
          </ac:spMkLst>
        </pc:spChg>
        <pc:spChg chg="add mod">
          <ac:chgData name="김양제" userId="e6fb36be-7466-4411-9808-47a7887b1478" providerId="ADAL" clId="{3F008305-46AC-4C77-87B8-7FDF0EE66A86}" dt="2020-11-05T00:53:42.472" v="354" actId="700"/>
          <ac:spMkLst>
            <pc:docMk/>
            <pc:sldMk cId="2064430703" sldId="523"/>
            <ac:spMk id="3" creationId="{027C182E-8331-4213-82A9-FD4DAEC94F2B}"/>
          </ac:spMkLst>
        </pc:spChg>
        <pc:spChg chg="add mod">
          <ac:chgData name="김양제" userId="e6fb36be-7466-4411-9808-47a7887b1478" providerId="ADAL" clId="{3F008305-46AC-4C77-87B8-7FDF0EE66A86}" dt="2020-11-05T00:53:42.472" v="354" actId="700"/>
          <ac:spMkLst>
            <pc:docMk/>
            <pc:sldMk cId="2064430703" sldId="523"/>
            <ac:spMk id="4" creationId="{06CDB28E-29C8-4ECB-A0B8-B7CB781F1CA6}"/>
          </ac:spMkLst>
        </pc:spChg>
      </pc:sldChg>
      <pc:sldChg chg="addSp modSp new del mod modClrScheme chgLayout">
        <pc:chgData name="김양제" userId="e6fb36be-7466-4411-9808-47a7887b1478" providerId="ADAL" clId="{3F008305-46AC-4C77-87B8-7FDF0EE66A86}" dt="2020-11-05T00:53:32.267" v="352" actId="47"/>
        <pc:sldMkLst>
          <pc:docMk/>
          <pc:sldMk cId="4202760463" sldId="523"/>
        </pc:sldMkLst>
        <pc:spChg chg="add mod">
          <ac:chgData name="김양제" userId="e6fb36be-7466-4411-9808-47a7887b1478" providerId="ADAL" clId="{3F008305-46AC-4C77-87B8-7FDF0EE66A86}" dt="2020-11-05T00:51:00.756" v="245"/>
          <ac:spMkLst>
            <pc:docMk/>
            <pc:sldMk cId="4202760463" sldId="523"/>
            <ac:spMk id="2" creationId="{A24183C7-4348-48F4-957E-46DE63B0527D}"/>
          </ac:spMkLst>
        </pc:spChg>
      </pc:sldChg>
      <pc:sldChg chg="addSp delSp modSp new del mod">
        <pc:chgData name="김양제" userId="e6fb36be-7466-4411-9808-47a7887b1478" providerId="ADAL" clId="{3F008305-46AC-4C77-87B8-7FDF0EE66A86}" dt="2020-11-05T01:47:17.187" v="872" actId="47"/>
        <pc:sldMkLst>
          <pc:docMk/>
          <pc:sldMk cId="4153691691" sldId="524"/>
        </pc:sldMkLst>
        <pc:spChg chg="add del mod">
          <ac:chgData name="김양제" userId="e6fb36be-7466-4411-9808-47a7887b1478" providerId="ADAL" clId="{3F008305-46AC-4C77-87B8-7FDF0EE66A86}" dt="2020-11-05T01:44:10.742" v="643"/>
          <ac:spMkLst>
            <pc:docMk/>
            <pc:sldMk cId="4153691691" sldId="524"/>
            <ac:spMk id="3" creationId="{1A653332-F65F-43E2-87C2-4D948243B7F1}"/>
          </ac:spMkLst>
        </pc:spChg>
      </pc:sldChg>
      <pc:sldChg chg="del">
        <pc:chgData name="김양제" userId="e6fb36be-7466-4411-9808-47a7887b1478" providerId="ADAL" clId="{3F008305-46AC-4C77-87B8-7FDF0EE66A86}" dt="2020-11-05T00:40:10.036" v="1" actId="47"/>
        <pc:sldMkLst>
          <pc:docMk/>
          <pc:sldMk cId="1513371274" sldId="525"/>
        </pc:sldMkLst>
      </pc:sldChg>
      <pc:sldMasterChg chg="addSp delSp modSp new mod addSldLayout delSldLayout modSldLayout">
        <pc:chgData name="김양제" userId="e6fb36be-7466-4411-9808-47a7887b1478" providerId="ADAL" clId="{3F008305-46AC-4C77-87B8-7FDF0EE66A86}" dt="2020-11-05T01:43:46.262" v="638" actId="6014"/>
        <pc:sldMasterMkLst>
          <pc:docMk/>
          <pc:sldMasterMk cId="1857310039" sldId="2147483661"/>
        </pc:sldMasterMkLst>
        <pc:spChg chg="del">
          <ac:chgData name="김양제" userId="e6fb36be-7466-4411-9808-47a7887b1478" providerId="ADAL" clId="{3F008305-46AC-4C77-87B8-7FDF0EE66A86}" dt="2020-11-05T01:18:28.679" v="602" actId="478"/>
          <ac:spMkLst>
            <pc:docMk/>
            <pc:sldMasterMk cId="1857310039" sldId="2147483661"/>
            <ac:spMk id="2" creationId="{07E8FD50-08D6-44AD-BF28-5B016D764B9D}"/>
          </ac:spMkLst>
        </pc:spChg>
        <pc:spChg chg="del">
          <ac:chgData name="김양제" userId="e6fb36be-7466-4411-9808-47a7887b1478" providerId="ADAL" clId="{3F008305-46AC-4C77-87B8-7FDF0EE66A86}" dt="2020-11-05T01:18:30.321" v="603" actId="478"/>
          <ac:spMkLst>
            <pc:docMk/>
            <pc:sldMasterMk cId="1857310039" sldId="2147483661"/>
            <ac:spMk id="3" creationId="{54E1266C-CAAF-4F3A-AE1D-ACF4ACFB1016}"/>
          </ac:spMkLst>
        </pc:spChg>
        <pc:spChg chg="del">
          <ac:chgData name="김양제" userId="e6fb36be-7466-4411-9808-47a7887b1478" providerId="ADAL" clId="{3F008305-46AC-4C77-87B8-7FDF0EE66A86}" dt="2020-11-05T01:18:31.498" v="604" actId="478"/>
          <ac:spMkLst>
            <pc:docMk/>
            <pc:sldMasterMk cId="1857310039" sldId="2147483661"/>
            <ac:spMk id="4" creationId="{DB8BBD96-F67F-45FC-825F-AC5CC7A36328}"/>
          </ac:spMkLst>
        </pc:spChg>
        <pc:spChg chg="del">
          <ac:chgData name="김양제" userId="e6fb36be-7466-4411-9808-47a7887b1478" providerId="ADAL" clId="{3F008305-46AC-4C77-87B8-7FDF0EE66A86}" dt="2020-11-05T01:18:32.285" v="605" actId="478"/>
          <ac:spMkLst>
            <pc:docMk/>
            <pc:sldMasterMk cId="1857310039" sldId="2147483661"/>
            <ac:spMk id="5" creationId="{4A09476F-687E-4189-8230-2CA27D113CE0}"/>
          </ac:spMkLst>
        </pc:spChg>
        <pc:spChg chg="del">
          <ac:chgData name="김양제" userId="e6fb36be-7466-4411-9808-47a7887b1478" providerId="ADAL" clId="{3F008305-46AC-4C77-87B8-7FDF0EE66A86}" dt="2020-11-05T01:18:33.603" v="606" actId="478"/>
          <ac:spMkLst>
            <pc:docMk/>
            <pc:sldMasterMk cId="1857310039" sldId="2147483661"/>
            <ac:spMk id="6" creationId="{917A6E44-50B4-494D-890E-E01EB382726D}"/>
          </ac:spMkLst>
        </pc:spChg>
        <pc:spChg chg="add del mod">
          <ac:chgData name="김양제" userId="e6fb36be-7466-4411-9808-47a7887b1478" providerId="ADAL" clId="{3F008305-46AC-4C77-87B8-7FDF0EE66A86}" dt="2020-11-05T01:42:15.542" v="630" actId="478"/>
          <ac:spMkLst>
            <pc:docMk/>
            <pc:sldMasterMk cId="1857310039" sldId="2147483661"/>
            <ac:spMk id="7" creationId="{34C9195E-09B7-4009-97E5-1C7BF1377C25}"/>
          </ac:spMkLst>
        </pc:spChg>
        <pc:spChg chg="add mod">
          <ac:chgData name="김양제" userId="e6fb36be-7466-4411-9808-47a7887b1478" providerId="ADAL" clId="{3F008305-46AC-4C77-87B8-7FDF0EE66A86}" dt="2020-11-05T01:18:34.724" v="607"/>
          <ac:spMkLst>
            <pc:docMk/>
            <pc:sldMasterMk cId="1857310039" sldId="2147483661"/>
            <ac:spMk id="8" creationId="{B501E337-EBC1-4EA9-897A-AE3EBE1C892D}"/>
          </ac:spMkLst>
        </pc:spChg>
        <pc:spChg chg="add mod">
          <ac:chgData name="김양제" userId="e6fb36be-7466-4411-9808-47a7887b1478" providerId="ADAL" clId="{3F008305-46AC-4C77-87B8-7FDF0EE66A86}" dt="2020-11-05T01:18:34.724" v="607"/>
          <ac:spMkLst>
            <pc:docMk/>
            <pc:sldMasterMk cId="1857310039" sldId="2147483661"/>
            <ac:spMk id="9" creationId="{03A5AD31-BFD0-4A2B-A6E4-0ED0827D3022}"/>
          </ac:spMkLst>
        </pc:spChg>
        <pc:spChg chg="add del mod">
          <ac:chgData name="김양제" userId="e6fb36be-7466-4411-9808-47a7887b1478" providerId="ADAL" clId="{3F008305-46AC-4C77-87B8-7FDF0EE66A86}" dt="2020-11-05T01:19:53.893" v="609" actId="478"/>
          <ac:spMkLst>
            <pc:docMk/>
            <pc:sldMasterMk cId="1857310039" sldId="2147483661"/>
            <ac:spMk id="10" creationId="{2028F00B-1C61-44E9-9B21-4F21398115B8}"/>
          </ac:spMkLst>
        </pc:spChg>
        <pc:spChg chg="add del mod">
          <ac:chgData name="김양제" userId="e6fb36be-7466-4411-9808-47a7887b1478" providerId="ADAL" clId="{3F008305-46AC-4C77-87B8-7FDF0EE66A86}" dt="2020-11-05T01:20:06.413" v="610" actId="478"/>
          <ac:spMkLst>
            <pc:docMk/>
            <pc:sldMasterMk cId="1857310039" sldId="2147483661"/>
            <ac:spMk id="16" creationId="{65FDD1A4-F35C-43F4-9F5D-B290E3F45F18}"/>
          </ac:spMkLst>
        </pc:spChg>
        <pc:grpChg chg="add mod">
          <ac:chgData name="김양제" userId="e6fb36be-7466-4411-9808-47a7887b1478" providerId="ADAL" clId="{3F008305-46AC-4C77-87B8-7FDF0EE66A86}" dt="2020-11-05T01:18:34.724" v="607"/>
          <ac:grpSpMkLst>
            <pc:docMk/>
            <pc:sldMasterMk cId="1857310039" sldId="2147483661"/>
            <ac:grpSpMk id="11" creationId="{73DFB41A-60B5-4BA9-B43F-0AAEA9BDE774}"/>
          </ac:grpSpMkLst>
        </pc:grpChg>
        <pc:grpChg chg="mod">
          <ac:chgData name="김양제" userId="e6fb36be-7466-4411-9808-47a7887b1478" providerId="ADAL" clId="{3F008305-46AC-4C77-87B8-7FDF0EE66A86}" dt="2020-11-05T01:18:34.724" v="607"/>
          <ac:grpSpMkLst>
            <pc:docMk/>
            <pc:sldMasterMk cId="1857310039" sldId="2147483661"/>
            <ac:grpSpMk id="12" creationId="{5A967F42-3F8F-4411-8BDC-29A6CB048135}"/>
          </ac:grpSpMkLst>
        </pc:grpChg>
        <pc:picChg chg="mod">
          <ac:chgData name="김양제" userId="e6fb36be-7466-4411-9808-47a7887b1478" providerId="ADAL" clId="{3F008305-46AC-4C77-87B8-7FDF0EE66A86}" dt="2020-11-05T01:18:34.724" v="607"/>
          <ac:picMkLst>
            <pc:docMk/>
            <pc:sldMasterMk cId="1857310039" sldId="2147483661"/>
            <ac:picMk id="13" creationId="{44C440A4-6281-49BA-9A39-601E1C72BFCC}"/>
          </ac:picMkLst>
        </pc:picChg>
        <pc:picChg chg="mod">
          <ac:chgData name="김양제" userId="e6fb36be-7466-4411-9808-47a7887b1478" providerId="ADAL" clId="{3F008305-46AC-4C77-87B8-7FDF0EE66A86}" dt="2020-11-05T01:18:34.724" v="607"/>
          <ac:picMkLst>
            <pc:docMk/>
            <pc:sldMasterMk cId="1857310039" sldId="2147483661"/>
            <ac:picMk id="14" creationId="{FB0DB09C-454F-4153-9526-5450775CCE0F}"/>
          </ac:picMkLst>
        </pc:picChg>
        <pc:picChg chg="mod">
          <ac:chgData name="김양제" userId="e6fb36be-7466-4411-9808-47a7887b1478" providerId="ADAL" clId="{3F008305-46AC-4C77-87B8-7FDF0EE66A86}" dt="2020-11-05T01:18:34.724" v="607"/>
          <ac:picMkLst>
            <pc:docMk/>
            <pc:sldMasterMk cId="1857310039" sldId="2147483661"/>
            <ac:picMk id="15" creationId="{B4BCE852-E79B-493F-8927-CFB7770C789C}"/>
          </ac:picMkLst>
        </pc:picChg>
        <pc:sldLayoutChg chg="addSp delSp modSp new mod replId">
          <pc:chgData name="김양제" userId="e6fb36be-7466-4411-9808-47a7887b1478" providerId="ADAL" clId="{3F008305-46AC-4C77-87B8-7FDF0EE66A86}" dt="2020-11-05T00:53:16.918" v="351" actId="242"/>
          <pc:sldLayoutMkLst>
            <pc:docMk/>
            <pc:sldMasterMk cId="1857310039" sldId="2147483661"/>
            <pc:sldLayoutMk cId="2931725587" sldId="2147483662"/>
          </pc:sldLayoutMkLst>
          <pc:spChg chg="del">
            <ac:chgData name="김양제" userId="e6fb36be-7466-4411-9808-47a7887b1478" providerId="ADAL" clId="{3F008305-46AC-4C77-87B8-7FDF0EE66A86}" dt="2020-11-05T00:45:48.478" v="16" actId="478"/>
            <ac:spMkLst>
              <pc:docMk/>
              <pc:sldMasterMk cId="1857310039" sldId="2147483661"/>
              <pc:sldLayoutMk cId="2931725587" sldId="2147483662"/>
              <ac:spMk id="2" creationId="{C834E89D-BD44-49A7-A426-AFA2E9D25100}"/>
            </ac:spMkLst>
          </pc:spChg>
          <pc:spChg chg="del">
            <ac:chgData name="김양제" userId="e6fb36be-7466-4411-9808-47a7887b1478" providerId="ADAL" clId="{3F008305-46AC-4C77-87B8-7FDF0EE66A86}" dt="2020-11-05T00:45:48.478" v="16" actId="478"/>
            <ac:spMkLst>
              <pc:docMk/>
              <pc:sldMasterMk cId="1857310039" sldId="2147483661"/>
              <pc:sldLayoutMk cId="2931725587" sldId="2147483662"/>
              <ac:spMk id="3" creationId="{55D140F4-DB20-429F-A200-0E6F80816CD4}"/>
            </ac:spMkLst>
          </pc:spChg>
          <pc:spChg chg="del">
            <ac:chgData name="김양제" userId="e6fb36be-7466-4411-9808-47a7887b1478" providerId="ADAL" clId="{3F008305-46AC-4C77-87B8-7FDF0EE66A86}" dt="2020-11-05T00:45:48.478" v="16" actId="478"/>
            <ac:spMkLst>
              <pc:docMk/>
              <pc:sldMasterMk cId="1857310039" sldId="2147483661"/>
              <pc:sldLayoutMk cId="2931725587" sldId="2147483662"/>
              <ac:spMk id="4" creationId="{865DB27A-25A4-4091-9AE6-3152AA917129}"/>
            </ac:spMkLst>
          </pc:spChg>
          <pc:spChg chg="del">
            <ac:chgData name="김양제" userId="e6fb36be-7466-4411-9808-47a7887b1478" providerId="ADAL" clId="{3F008305-46AC-4C77-87B8-7FDF0EE66A86}" dt="2020-11-05T00:45:48.478" v="16" actId="478"/>
            <ac:spMkLst>
              <pc:docMk/>
              <pc:sldMasterMk cId="1857310039" sldId="2147483661"/>
              <pc:sldLayoutMk cId="2931725587" sldId="2147483662"/>
              <ac:spMk id="5" creationId="{4CEF445A-50D6-4922-82F1-883DBD1371E9}"/>
            </ac:spMkLst>
          </pc:spChg>
          <pc:spChg chg="del">
            <ac:chgData name="김양제" userId="e6fb36be-7466-4411-9808-47a7887b1478" providerId="ADAL" clId="{3F008305-46AC-4C77-87B8-7FDF0EE66A86}" dt="2020-11-05T00:45:48.478" v="16" actId="478"/>
            <ac:spMkLst>
              <pc:docMk/>
              <pc:sldMasterMk cId="1857310039" sldId="2147483661"/>
              <pc:sldLayoutMk cId="2931725587" sldId="2147483662"/>
              <ac:spMk id="6" creationId="{08172FF7-3DEA-4300-A775-AB7802CEC989}"/>
            </ac:spMkLst>
          </pc:spChg>
          <pc:spChg chg="add del mod">
            <ac:chgData name="김양제" userId="e6fb36be-7466-4411-9808-47a7887b1478" providerId="ADAL" clId="{3F008305-46AC-4C77-87B8-7FDF0EE66A86}" dt="2020-11-05T00:45:53.725" v="18" actId="478"/>
            <ac:spMkLst>
              <pc:docMk/>
              <pc:sldMasterMk cId="1857310039" sldId="2147483661"/>
              <pc:sldLayoutMk cId="2931725587" sldId="2147483662"/>
              <ac:spMk id="13" creationId="{BADD5AF8-852E-42BC-AEF9-BFC575A76208}"/>
            </ac:spMkLst>
          </pc:spChg>
          <pc:spChg chg="add del">
            <ac:chgData name="김양제" userId="e6fb36be-7466-4411-9808-47a7887b1478" providerId="ADAL" clId="{3F008305-46AC-4C77-87B8-7FDF0EE66A86}" dt="2020-11-05T00:46:07.172" v="19" actId="11529"/>
            <ac:spMkLst>
              <pc:docMk/>
              <pc:sldMasterMk cId="1857310039" sldId="2147483661"/>
              <pc:sldLayoutMk cId="2931725587" sldId="2147483662"/>
              <ac:spMk id="14" creationId="{035565FA-E4C3-4426-A572-ADD6C22C8648}"/>
            </ac:spMkLst>
          </pc:spChg>
          <pc:spChg chg="add mod">
            <ac:chgData name="김양제" userId="e6fb36be-7466-4411-9808-47a7887b1478" providerId="ADAL" clId="{3F008305-46AC-4C77-87B8-7FDF0EE66A86}" dt="2020-11-05T00:53:16.918" v="351" actId="242"/>
            <ac:spMkLst>
              <pc:docMk/>
              <pc:sldMasterMk cId="1857310039" sldId="2147483661"/>
              <pc:sldLayoutMk cId="2931725587" sldId="2147483662"/>
              <ac:spMk id="15" creationId="{9C5C27C9-4FD3-415A-AA76-99E888D2A21F}"/>
            </ac:spMkLst>
          </pc:spChg>
          <pc:spChg chg="add del mod">
            <ac:chgData name="김양제" userId="e6fb36be-7466-4411-9808-47a7887b1478" providerId="ADAL" clId="{3F008305-46AC-4C77-87B8-7FDF0EE66A86}" dt="2020-11-05T00:53:07.079" v="349" actId="478"/>
            <ac:spMkLst>
              <pc:docMk/>
              <pc:sldMasterMk cId="1857310039" sldId="2147483661"/>
              <pc:sldLayoutMk cId="2931725587" sldId="2147483662"/>
              <ac:spMk id="17" creationId="{C8B7C235-6554-4BDF-BC1B-1E814A92548B}"/>
            </ac:spMkLst>
          </pc:spChg>
          <pc:spChg chg="add del mod">
            <ac:chgData name="김양제" userId="e6fb36be-7466-4411-9808-47a7887b1478" providerId="ADAL" clId="{3F008305-46AC-4C77-87B8-7FDF0EE66A86}" dt="2020-11-05T00:50:16.860" v="233" actId="478"/>
            <ac:spMkLst>
              <pc:docMk/>
              <pc:sldMasterMk cId="1857310039" sldId="2147483661"/>
              <pc:sldLayoutMk cId="2931725587" sldId="2147483662"/>
              <ac:spMk id="19" creationId="{1B0DF3C5-ED7C-4A4E-9287-30A9EC2D836F}"/>
            </ac:spMkLst>
          </pc:spChg>
          <pc:spChg chg="add del mod">
            <ac:chgData name="김양제" userId="e6fb36be-7466-4411-9808-47a7887b1478" providerId="ADAL" clId="{3F008305-46AC-4C77-87B8-7FDF0EE66A86}" dt="2020-11-05T00:51:11.357" v="246" actId="478"/>
            <ac:spMkLst>
              <pc:docMk/>
              <pc:sldMasterMk cId="1857310039" sldId="2147483661"/>
              <pc:sldLayoutMk cId="2931725587" sldId="2147483662"/>
              <ac:spMk id="20" creationId="{D994733C-F62E-446C-9746-14F41A25178B}"/>
            </ac:spMkLst>
          </pc:spChg>
          <pc:spChg chg="add del">
            <ac:chgData name="김양제" userId="e6fb36be-7466-4411-9808-47a7887b1478" providerId="ADAL" clId="{3F008305-46AC-4C77-87B8-7FDF0EE66A86}" dt="2020-11-05T00:51:20.726" v="247" actId="11529"/>
            <ac:spMkLst>
              <pc:docMk/>
              <pc:sldMasterMk cId="1857310039" sldId="2147483661"/>
              <pc:sldLayoutMk cId="2931725587" sldId="2147483662"/>
              <ac:spMk id="21" creationId="{834D8066-3273-4800-A983-26FBC26FA36D}"/>
            </ac:spMkLst>
          </pc:spChg>
          <pc:spChg chg="add mod">
            <ac:chgData name="김양제" userId="e6fb36be-7466-4411-9808-47a7887b1478" providerId="ADAL" clId="{3F008305-46AC-4C77-87B8-7FDF0EE66A86}" dt="2020-11-05T00:53:16.918" v="351" actId="242"/>
            <ac:spMkLst>
              <pc:docMk/>
              <pc:sldMasterMk cId="1857310039" sldId="2147483661"/>
              <pc:sldLayoutMk cId="2931725587" sldId="2147483662"/>
              <ac:spMk id="22" creationId="{C899BE02-2933-458E-BA7D-1D8176079E80}"/>
            </ac:spMkLst>
          </pc:spChg>
          <pc:spChg chg="add del">
            <ac:chgData name="김양제" userId="e6fb36be-7466-4411-9808-47a7887b1478" providerId="ADAL" clId="{3F008305-46AC-4C77-87B8-7FDF0EE66A86}" dt="2020-11-05T00:52:26.104" v="297" actId="11529"/>
            <ac:spMkLst>
              <pc:docMk/>
              <pc:sldMasterMk cId="1857310039" sldId="2147483661"/>
              <pc:sldLayoutMk cId="2931725587" sldId="2147483662"/>
              <ac:spMk id="23" creationId="{67AB4CE8-62A8-4377-A3D7-E4FF70ABCA20}"/>
            </ac:spMkLst>
          </pc:spChg>
          <pc:spChg chg="add mod">
            <ac:chgData name="김양제" userId="e6fb36be-7466-4411-9808-47a7887b1478" providerId="ADAL" clId="{3F008305-46AC-4C77-87B8-7FDF0EE66A86}" dt="2020-11-05T00:53:13.464" v="350" actId="242"/>
            <ac:spMkLst>
              <pc:docMk/>
              <pc:sldMasterMk cId="1857310039" sldId="2147483661"/>
              <pc:sldLayoutMk cId="2931725587" sldId="2147483662"/>
              <ac:spMk id="24" creationId="{E7498415-7CEF-405A-83F7-4CEE3A3D1350}"/>
            </ac:spMkLst>
          </pc:spChg>
          <pc:grpChg chg="add mod">
            <ac:chgData name="김양제" userId="e6fb36be-7466-4411-9808-47a7887b1478" providerId="ADAL" clId="{3F008305-46AC-4C77-87B8-7FDF0EE66A86}" dt="2020-11-05T00:45:49.106" v="17"/>
            <ac:grpSpMkLst>
              <pc:docMk/>
              <pc:sldMasterMk cId="1857310039" sldId="2147483661"/>
              <pc:sldLayoutMk cId="2931725587" sldId="2147483662"/>
              <ac:grpSpMk id="7" creationId="{BCB38BE8-D8F1-4490-BAE9-ECEBE113B808}"/>
            </ac:grpSpMkLst>
          </pc:grpChg>
          <pc:grpChg chg="mod">
            <ac:chgData name="김양제" userId="e6fb36be-7466-4411-9808-47a7887b1478" providerId="ADAL" clId="{3F008305-46AC-4C77-87B8-7FDF0EE66A86}" dt="2020-11-05T00:45:49.106" v="17"/>
            <ac:grpSpMkLst>
              <pc:docMk/>
              <pc:sldMasterMk cId="1857310039" sldId="2147483661"/>
              <pc:sldLayoutMk cId="2931725587" sldId="2147483662"/>
              <ac:grpSpMk id="8" creationId="{ACB65449-C982-4E8D-BA9A-3994C4B802CB}"/>
            </ac:grpSpMkLst>
          </pc:grpChg>
          <pc:picChg chg="mod">
            <ac:chgData name="김양제" userId="e6fb36be-7466-4411-9808-47a7887b1478" providerId="ADAL" clId="{3F008305-46AC-4C77-87B8-7FDF0EE66A86}" dt="2020-11-05T00:45:49.106" v="17"/>
            <ac:picMkLst>
              <pc:docMk/>
              <pc:sldMasterMk cId="1857310039" sldId="2147483661"/>
              <pc:sldLayoutMk cId="2931725587" sldId="2147483662"/>
              <ac:picMk id="9" creationId="{0A8B252D-EC1A-47CB-ADD0-36B763CC2246}"/>
            </ac:picMkLst>
          </pc:picChg>
          <pc:picChg chg="mod">
            <ac:chgData name="김양제" userId="e6fb36be-7466-4411-9808-47a7887b1478" providerId="ADAL" clId="{3F008305-46AC-4C77-87B8-7FDF0EE66A86}" dt="2020-11-05T00:45:49.106" v="17"/>
            <ac:picMkLst>
              <pc:docMk/>
              <pc:sldMasterMk cId="1857310039" sldId="2147483661"/>
              <pc:sldLayoutMk cId="2931725587" sldId="2147483662"/>
              <ac:picMk id="10" creationId="{138349FF-36A7-4803-95EC-2D4D7F68294B}"/>
            </ac:picMkLst>
          </pc:picChg>
          <pc:picChg chg="mod">
            <ac:chgData name="김양제" userId="e6fb36be-7466-4411-9808-47a7887b1478" providerId="ADAL" clId="{3F008305-46AC-4C77-87B8-7FDF0EE66A86}" dt="2020-11-05T00:45:49.106" v="17"/>
            <ac:picMkLst>
              <pc:docMk/>
              <pc:sldMasterMk cId="1857310039" sldId="2147483661"/>
              <pc:sldLayoutMk cId="2931725587" sldId="2147483662"/>
              <ac:picMk id="11" creationId="{461DF585-1618-4643-9A9D-EC4B0C3A9B5C}"/>
            </ac:picMkLst>
          </pc:picChg>
          <pc:picChg chg="add mod">
            <ac:chgData name="김양제" userId="e6fb36be-7466-4411-9808-47a7887b1478" providerId="ADAL" clId="{3F008305-46AC-4C77-87B8-7FDF0EE66A86}" dt="2020-11-05T00:45:49.106" v="17"/>
            <ac:picMkLst>
              <pc:docMk/>
              <pc:sldMasterMk cId="1857310039" sldId="2147483661"/>
              <pc:sldLayoutMk cId="2931725587" sldId="2147483662"/>
              <ac:picMk id="12" creationId="{609AC95F-0C10-4CB4-895E-0B60B7D5BDCC}"/>
            </ac:picMkLst>
          </pc:picChg>
        </pc:sldLayoutChg>
        <pc:sldLayoutChg chg="addSp delSp modSp new mod replId">
          <pc:chgData name="김양제" userId="e6fb36be-7466-4411-9808-47a7887b1478" providerId="ADAL" clId="{3F008305-46AC-4C77-87B8-7FDF0EE66A86}" dt="2020-11-05T01:43:37.827" v="637" actId="6014"/>
          <pc:sldLayoutMkLst>
            <pc:docMk/>
            <pc:sldMasterMk cId="1857310039" sldId="2147483661"/>
            <pc:sldLayoutMk cId="320065124" sldId="2147483663"/>
          </pc:sldLayoutMkLst>
          <pc:spChg chg="del">
            <ac:chgData name="김양제" userId="e6fb36be-7466-4411-9808-47a7887b1478" providerId="ADAL" clId="{3F008305-46AC-4C77-87B8-7FDF0EE66A86}" dt="2020-11-05T01:10:12.508" v="356" actId="478"/>
            <ac:spMkLst>
              <pc:docMk/>
              <pc:sldMasterMk cId="1857310039" sldId="2147483661"/>
              <pc:sldLayoutMk cId="320065124" sldId="2147483663"/>
              <ac:spMk id="2" creationId="{663C9772-7E69-4ADD-9924-7E602C3DE718}"/>
            </ac:spMkLst>
          </pc:spChg>
          <pc:spChg chg="del">
            <ac:chgData name="김양제" userId="e6fb36be-7466-4411-9808-47a7887b1478" providerId="ADAL" clId="{3F008305-46AC-4C77-87B8-7FDF0EE66A86}" dt="2020-11-05T01:10:13.985" v="357" actId="478"/>
            <ac:spMkLst>
              <pc:docMk/>
              <pc:sldMasterMk cId="1857310039" sldId="2147483661"/>
              <pc:sldLayoutMk cId="320065124" sldId="2147483663"/>
              <ac:spMk id="3" creationId="{5CB6CB83-0BDC-440B-A5DE-E7907D624613}"/>
            </ac:spMkLst>
          </pc:spChg>
          <pc:spChg chg="del">
            <ac:chgData name="김양제" userId="e6fb36be-7466-4411-9808-47a7887b1478" providerId="ADAL" clId="{3F008305-46AC-4C77-87B8-7FDF0EE66A86}" dt="2020-11-05T01:10:19.941" v="360" actId="478"/>
            <ac:spMkLst>
              <pc:docMk/>
              <pc:sldMasterMk cId="1857310039" sldId="2147483661"/>
              <pc:sldLayoutMk cId="320065124" sldId="2147483663"/>
              <ac:spMk id="4" creationId="{1FF0B33E-3407-4FBE-A5ED-FAFBC5E30CDE}"/>
            </ac:spMkLst>
          </pc:spChg>
          <pc:spChg chg="del">
            <ac:chgData name="김양제" userId="e6fb36be-7466-4411-9808-47a7887b1478" providerId="ADAL" clId="{3F008305-46AC-4C77-87B8-7FDF0EE66A86}" dt="2020-11-05T01:10:19.941" v="360" actId="478"/>
            <ac:spMkLst>
              <pc:docMk/>
              <pc:sldMasterMk cId="1857310039" sldId="2147483661"/>
              <pc:sldLayoutMk cId="320065124" sldId="2147483663"/>
              <ac:spMk id="5" creationId="{8B16C8DD-9642-4263-A9F8-C9877F235074}"/>
            </ac:spMkLst>
          </pc:spChg>
          <pc:spChg chg="del">
            <ac:chgData name="김양제" userId="e6fb36be-7466-4411-9808-47a7887b1478" providerId="ADAL" clId="{3F008305-46AC-4C77-87B8-7FDF0EE66A86}" dt="2020-11-05T01:10:19.941" v="360" actId="478"/>
            <ac:spMkLst>
              <pc:docMk/>
              <pc:sldMasterMk cId="1857310039" sldId="2147483661"/>
              <pc:sldLayoutMk cId="320065124" sldId="2147483663"/>
              <ac:spMk id="6" creationId="{2922B428-29F2-4C6E-AFC3-F7E351366E74}"/>
            </ac:spMkLst>
          </pc:spChg>
          <pc:spChg chg="add del">
            <ac:chgData name="김양제" userId="e6fb36be-7466-4411-9808-47a7887b1478" providerId="ADAL" clId="{3F008305-46AC-4C77-87B8-7FDF0EE66A86}" dt="2020-11-05T01:10:18.082" v="359" actId="22"/>
            <ac:spMkLst>
              <pc:docMk/>
              <pc:sldMasterMk cId="1857310039" sldId="2147483661"/>
              <pc:sldLayoutMk cId="320065124" sldId="2147483663"/>
              <ac:spMk id="8" creationId="{04EA4C88-4797-4F60-A914-CF449CE1626C}"/>
            </ac:spMkLst>
          </pc:spChg>
          <pc:spChg chg="add del">
            <ac:chgData name="김양제" userId="e6fb36be-7466-4411-9808-47a7887b1478" providerId="ADAL" clId="{3F008305-46AC-4C77-87B8-7FDF0EE66A86}" dt="2020-11-05T01:10:18.082" v="359" actId="22"/>
            <ac:spMkLst>
              <pc:docMk/>
              <pc:sldMasterMk cId="1857310039" sldId="2147483661"/>
              <pc:sldLayoutMk cId="320065124" sldId="2147483663"/>
              <ac:spMk id="10" creationId="{022F8CDE-84EC-4CA8-B335-5D07130EF985}"/>
            </ac:spMkLst>
          </pc:spChg>
          <pc:spChg chg="add del">
            <ac:chgData name="김양제" userId="e6fb36be-7466-4411-9808-47a7887b1478" providerId="ADAL" clId="{3F008305-46AC-4C77-87B8-7FDF0EE66A86}" dt="2020-11-05T01:10:18.082" v="359" actId="22"/>
            <ac:spMkLst>
              <pc:docMk/>
              <pc:sldMasterMk cId="1857310039" sldId="2147483661"/>
              <pc:sldLayoutMk cId="320065124" sldId="2147483663"/>
              <ac:spMk id="12" creationId="{20B56E43-FF73-4247-963D-B63F66891DDE}"/>
            </ac:spMkLst>
          </pc:spChg>
          <pc:spChg chg="add del">
            <ac:chgData name="김양제" userId="e6fb36be-7466-4411-9808-47a7887b1478" providerId="ADAL" clId="{3F008305-46AC-4C77-87B8-7FDF0EE66A86}" dt="2020-11-05T01:10:18.082" v="359" actId="22"/>
            <ac:spMkLst>
              <pc:docMk/>
              <pc:sldMasterMk cId="1857310039" sldId="2147483661"/>
              <pc:sldLayoutMk cId="320065124" sldId="2147483663"/>
              <ac:spMk id="14" creationId="{BB94163B-1DE7-4103-854B-098C141D6206}"/>
            </ac:spMkLst>
          </pc:spChg>
          <pc:spChg chg="add">
            <ac:chgData name="김양제" userId="e6fb36be-7466-4411-9808-47a7887b1478" providerId="ADAL" clId="{3F008305-46AC-4C77-87B8-7FDF0EE66A86}" dt="2020-11-05T01:10:20.426" v="361" actId="22"/>
            <ac:spMkLst>
              <pc:docMk/>
              <pc:sldMasterMk cId="1857310039" sldId="2147483661"/>
              <pc:sldLayoutMk cId="320065124" sldId="2147483663"/>
              <ac:spMk id="16" creationId="{CF5A1FA1-CDED-454B-9B6E-33B5F55E288A}"/>
            </ac:spMkLst>
          </pc:spChg>
          <pc:spChg chg="add mod">
            <ac:chgData name="김양제" userId="e6fb36be-7466-4411-9808-47a7887b1478" providerId="ADAL" clId="{3F008305-46AC-4C77-87B8-7FDF0EE66A86}" dt="2020-11-05T01:10:53.472" v="398" actId="20577"/>
            <ac:spMkLst>
              <pc:docMk/>
              <pc:sldMasterMk cId="1857310039" sldId="2147483661"/>
              <pc:sldLayoutMk cId="320065124" sldId="2147483663"/>
              <ac:spMk id="18" creationId="{FBA5B995-68ED-4CAB-B35F-98360377F8AA}"/>
            </ac:spMkLst>
          </pc:spChg>
          <pc:spChg chg="add">
            <ac:chgData name="김양제" userId="e6fb36be-7466-4411-9808-47a7887b1478" providerId="ADAL" clId="{3F008305-46AC-4C77-87B8-7FDF0EE66A86}" dt="2020-11-05T01:10:20.426" v="361" actId="22"/>
            <ac:spMkLst>
              <pc:docMk/>
              <pc:sldMasterMk cId="1857310039" sldId="2147483661"/>
              <pc:sldLayoutMk cId="320065124" sldId="2147483663"/>
              <ac:spMk id="20" creationId="{D82CCA8D-CDC3-4B25-8A6D-455B6FA1F12A}"/>
            </ac:spMkLst>
          </pc:spChg>
          <pc:spChg chg="add">
            <ac:chgData name="김양제" userId="e6fb36be-7466-4411-9808-47a7887b1478" providerId="ADAL" clId="{3F008305-46AC-4C77-87B8-7FDF0EE66A86}" dt="2020-11-05T01:10:20.426" v="361" actId="22"/>
            <ac:spMkLst>
              <pc:docMk/>
              <pc:sldMasterMk cId="1857310039" sldId="2147483661"/>
              <pc:sldLayoutMk cId="320065124" sldId="2147483663"/>
              <ac:spMk id="22" creationId="{B3728511-C500-4E23-9E03-80D6A2DC2D65}"/>
            </ac:spMkLst>
          </pc:spChg>
          <pc:spChg chg="add del mod">
            <ac:chgData name="김양제" userId="e6fb36be-7466-4411-9808-47a7887b1478" providerId="ADAL" clId="{3F008305-46AC-4C77-87B8-7FDF0EE66A86}" dt="2020-11-05T01:16:56.182" v="591" actId="478"/>
            <ac:spMkLst>
              <pc:docMk/>
              <pc:sldMasterMk cId="1857310039" sldId="2147483661"/>
              <pc:sldLayoutMk cId="320065124" sldId="2147483663"/>
              <ac:spMk id="29" creationId="{1C898E5C-BB12-4843-87EB-B4E738691217}"/>
            </ac:spMkLst>
          </pc:spChg>
          <pc:spChg chg="add del mod">
            <ac:chgData name="김양제" userId="e6fb36be-7466-4411-9808-47a7887b1478" providerId="ADAL" clId="{3F008305-46AC-4C77-87B8-7FDF0EE66A86}" dt="2020-11-05T01:14:14.684" v="524" actId="478"/>
            <ac:spMkLst>
              <pc:docMk/>
              <pc:sldMasterMk cId="1857310039" sldId="2147483661"/>
              <pc:sldLayoutMk cId="320065124" sldId="2147483663"/>
              <ac:spMk id="31" creationId="{8784F539-90F6-4CBC-ABBE-EAED3B5BB2D8}"/>
            </ac:spMkLst>
          </pc:spChg>
          <pc:spChg chg="add del">
            <ac:chgData name="김양제" userId="e6fb36be-7466-4411-9808-47a7887b1478" providerId="ADAL" clId="{3F008305-46AC-4C77-87B8-7FDF0EE66A86}" dt="2020-11-05T01:13:22.200" v="472" actId="11529"/>
            <ac:spMkLst>
              <pc:docMk/>
              <pc:sldMasterMk cId="1857310039" sldId="2147483661"/>
              <pc:sldLayoutMk cId="320065124" sldId="2147483663"/>
              <ac:spMk id="32" creationId="{B567D89E-B5C1-4E0B-A870-49FE2C4CBE08}"/>
            </ac:spMkLst>
          </pc:spChg>
          <pc:spChg chg="add mod">
            <ac:chgData name="김양제" userId="e6fb36be-7466-4411-9808-47a7887b1478" providerId="ADAL" clId="{3F008305-46AC-4C77-87B8-7FDF0EE66A86}" dt="2020-11-05T01:14:10.717" v="523" actId="14100"/>
            <ac:spMkLst>
              <pc:docMk/>
              <pc:sldMasterMk cId="1857310039" sldId="2147483661"/>
              <pc:sldLayoutMk cId="320065124" sldId="2147483663"/>
              <ac:spMk id="33" creationId="{A6649F29-BBC8-48BC-ABA1-053E33592AD6}"/>
            </ac:spMkLst>
          </pc:spChg>
          <pc:spChg chg="add del">
            <ac:chgData name="김양제" userId="e6fb36be-7466-4411-9808-47a7887b1478" providerId="ADAL" clId="{3F008305-46AC-4C77-87B8-7FDF0EE66A86}" dt="2020-11-05T01:14:34.078" v="525" actId="11529"/>
            <ac:spMkLst>
              <pc:docMk/>
              <pc:sldMasterMk cId="1857310039" sldId="2147483661"/>
              <pc:sldLayoutMk cId="320065124" sldId="2147483663"/>
              <ac:spMk id="34" creationId="{859A8E60-C10B-4BE8-994A-24DFED363C18}"/>
            </ac:spMkLst>
          </pc:spChg>
          <pc:spChg chg="add del mod">
            <ac:chgData name="김양제" userId="e6fb36be-7466-4411-9808-47a7887b1478" providerId="ADAL" clId="{3F008305-46AC-4C77-87B8-7FDF0EE66A86}" dt="2020-11-05T01:41:52.773" v="626" actId="478"/>
            <ac:spMkLst>
              <pc:docMk/>
              <pc:sldMasterMk cId="1857310039" sldId="2147483661"/>
              <pc:sldLayoutMk cId="320065124" sldId="2147483663"/>
              <ac:spMk id="35" creationId="{0038E14F-417D-495F-BCF1-0FE3A3C3022C}"/>
            </ac:spMkLst>
          </pc:spChg>
          <pc:spChg chg="add del">
            <ac:chgData name="김양제" userId="e6fb36be-7466-4411-9808-47a7887b1478" providerId="ADAL" clId="{3F008305-46AC-4C77-87B8-7FDF0EE66A86}" dt="2020-11-05T01:42:19.522" v="632" actId="22"/>
            <ac:spMkLst>
              <pc:docMk/>
              <pc:sldMasterMk cId="1857310039" sldId="2147483661"/>
              <pc:sldLayoutMk cId="320065124" sldId="2147483663"/>
              <ac:spMk id="37" creationId="{4427C2D6-B795-403E-8809-778EF7ACB967}"/>
            </ac:spMkLst>
          </pc:spChg>
          <pc:grpChg chg="add mod">
            <ac:chgData name="김양제" userId="e6fb36be-7466-4411-9808-47a7887b1478" providerId="ADAL" clId="{3F008305-46AC-4C77-87B8-7FDF0EE66A86}" dt="2020-11-05T01:10:25.522" v="362"/>
            <ac:grpSpMkLst>
              <pc:docMk/>
              <pc:sldMasterMk cId="1857310039" sldId="2147483661"/>
              <pc:sldLayoutMk cId="320065124" sldId="2147483663"/>
              <ac:grpSpMk id="23" creationId="{DBC67124-EBF3-4B84-9392-8560CAF0BF8C}"/>
            </ac:grpSpMkLst>
          </pc:grpChg>
          <pc:grpChg chg="mod">
            <ac:chgData name="김양제" userId="e6fb36be-7466-4411-9808-47a7887b1478" providerId="ADAL" clId="{3F008305-46AC-4C77-87B8-7FDF0EE66A86}" dt="2020-11-05T01:10:25.522" v="362"/>
            <ac:grpSpMkLst>
              <pc:docMk/>
              <pc:sldMasterMk cId="1857310039" sldId="2147483661"/>
              <pc:sldLayoutMk cId="320065124" sldId="2147483663"/>
              <ac:grpSpMk id="24" creationId="{B617FAB6-C89B-498A-9A6A-47E07C612D8F}"/>
            </ac:grpSpMkLst>
          </pc:grpChg>
          <pc:picChg chg="mod">
            <ac:chgData name="김양제" userId="e6fb36be-7466-4411-9808-47a7887b1478" providerId="ADAL" clId="{3F008305-46AC-4C77-87B8-7FDF0EE66A86}" dt="2020-11-05T01:10:25.522" v="362"/>
            <ac:picMkLst>
              <pc:docMk/>
              <pc:sldMasterMk cId="1857310039" sldId="2147483661"/>
              <pc:sldLayoutMk cId="320065124" sldId="2147483663"/>
              <ac:picMk id="25" creationId="{1EC8B8E7-72F4-4577-AA02-296FDE282A17}"/>
            </ac:picMkLst>
          </pc:picChg>
          <pc:picChg chg="mod">
            <ac:chgData name="김양제" userId="e6fb36be-7466-4411-9808-47a7887b1478" providerId="ADAL" clId="{3F008305-46AC-4C77-87B8-7FDF0EE66A86}" dt="2020-11-05T01:10:25.522" v="362"/>
            <ac:picMkLst>
              <pc:docMk/>
              <pc:sldMasterMk cId="1857310039" sldId="2147483661"/>
              <pc:sldLayoutMk cId="320065124" sldId="2147483663"/>
              <ac:picMk id="26" creationId="{F562A694-DE0C-4E58-AF3C-9CB7C84FBA59}"/>
            </ac:picMkLst>
          </pc:picChg>
          <pc:picChg chg="mod">
            <ac:chgData name="김양제" userId="e6fb36be-7466-4411-9808-47a7887b1478" providerId="ADAL" clId="{3F008305-46AC-4C77-87B8-7FDF0EE66A86}" dt="2020-11-05T01:10:25.522" v="362"/>
            <ac:picMkLst>
              <pc:docMk/>
              <pc:sldMasterMk cId="1857310039" sldId="2147483661"/>
              <pc:sldLayoutMk cId="320065124" sldId="2147483663"/>
              <ac:picMk id="27" creationId="{8C07136D-7F52-4002-92F4-B0A330325038}"/>
            </ac:picMkLst>
          </pc:picChg>
        </pc:sldLayoutChg>
        <pc:sldLayoutChg chg="new del replId">
          <pc:chgData name="김양제" userId="e6fb36be-7466-4411-9808-47a7887b1478" providerId="ADAL" clId="{3F008305-46AC-4C77-87B8-7FDF0EE66A86}" dt="2020-11-05T01:17:44.256" v="594" actId="2696"/>
          <pc:sldLayoutMkLst>
            <pc:docMk/>
            <pc:sldMasterMk cId="1857310039" sldId="2147483661"/>
            <pc:sldLayoutMk cId="3889107961" sldId="2147483664"/>
          </pc:sldLayoutMkLst>
        </pc:sldLayoutChg>
        <pc:sldLayoutChg chg="new del replId">
          <pc:chgData name="김양제" userId="e6fb36be-7466-4411-9808-47a7887b1478" providerId="ADAL" clId="{3F008305-46AC-4C77-87B8-7FDF0EE66A86}" dt="2020-11-05T01:17:48.464" v="595" actId="2696"/>
          <pc:sldLayoutMkLst>
            <pc:docMk/>
            <pc:sldMasterMk cId="1857310039" sldId="2147483661"/>
            <pc:sldLayoutMk cId="3696056484" sldId="2147483665"/>
          </pc:sldLayoutMkLst>
        </pc:sldLayoutChg>
        <pc:sldLayoutChg chg="new del replId">
          <pc:chgData name="김양제" userId="e6fb36be-7466-4411-9808-47a7887b1478" providerId="ADAL" clId="{3F008305-46AC-4C77-87B8-7FDF0EE66A86}" dt="2020-11-05T01:17:50.802" v="596" actId="2696"/>
          <pc:sldLayoutMkLst>
            <pc:docMk/>
            <pc:sldMasterMk cId="1857310039" sldId="2147483661"/>
            <pc:sldLayoutMk cId="154117816" sldId="2147483666"/>
          </pc:sldLayoutMkLst>
        </pc:sldLayoutChg>
        <pc:sldLayoutChg chg="new del replId">
          <pc:chgData name="김양제" userId="e6fb36be-7466-4411-9808-47a7887b1478" providerId="ADAL" clId="{3F008305-46AC-4C77-87B8-7FDF0EE66A86}" dt="2020-11-05T01:17:53.091" v="597" actId="2696"/>
          <pc:sldLayoutMkLst>
            <pc:docMk/>
            <pc:sldMasterMk cId="1857310039" sldId="2147483661"/>
            <pc:sldLayoutMk cId="4018855092" sldId="2147483667"/>
          </pc:sldLayoutMkLst>
        </pc:sldLayoutChg>
        <pc:sldLayoutChg chg="addSp delSp modSp new mod replId">
          <pc:chgData name="김양제" userId="e6fb36be-7466-4411-9808-47a7887b1478" providerId="ADAL" clId="{3F008305-46AC-4C77-87B8-7FDF0EE66A86}" dt="2020-11-05T01:43:04.281" v="634"/>
          <pc:sldLayoutMkLst>
            <pc:docMk/>
            <pc:sldMasterMk cId="1857310039" sldId="2147483661"/>
            <pc:sldLayoutMk cId="1008851778" sldId="2147483668"/>
          </pc:sldLayoutMkLst>
          <pc:spChg chg="del">
            <ac:chgData name="김양제" userId="e6fb36be-7466-4411-9808-47a7887b1478" providerId="ADAL" clId="{3F008305-46AC-4C77-87B8-7FDF0EE66A86}" dt="2020-11-05T01:42:00.035" v="627" actId="478"/>
            <ac:spMkLst>
              <pc:docMk/>
              <pc:sldMasterMk cId="1857310039" sldId="2147483661"/>
              <pc:sldLayoutMk cId="1008851778" sldId="2147483668"/>
              <ac:spMk id="2" creationId="{2C062FEC-F01D-4637-AB1A-C2D3DB1047DD}"/>
            </ac:spMkLst>
          </pc:spChg>
          <pc:spChg chg="del">
            <ac:chgData name="김양제" userId="e6fb36be-7466-4411-9808-47a7887b1478" providerId="ADAL" clId="{3F008305-46AC-4C77-87B8-7FDF0EE66A86}" dt="2020-11-05T01:42:00.035" v="627" actId="478"/>
            <ac:spMkLst>
              <pc:docMk/>
              <pc:sldMasterMk cId="1857310039" sldId="2147483661"/>
              <pc:sldLayoutMk cId="1008851778" sldId="2147483668"/>
              <ac:spMk id="3" creationId="{368EA7CF-523D-47C5-B6AD-5D25557D2799}"/>
            </ac:spMkLst>
          </pc:spChg>
          <pc:spChg chg="del">
            <ac:chgData name="김양제" userId="e6fb36be-7466-4411-9808-47a7887b1478" providerId="ADAL" clId="{3F008305-46AC-4C77-87B8-7FDF0EE66A86}" dt="2020-11-05T01:42:00.035" v="627" actId="478"/>
            <ac:spMkLst>
              <pc:docMk/>
              <pc:sldMasterMk cId="1857310039" sldId="2147483661"/>
              <pc:sldLayoutMk cId="1008851778" sldId="2147483668"/>
              <ac:spMk id="4" creationId="{B3D439E9-29A8-487A-9D19-C03A395766A6}"/>
            </ac:spMkLst>
          </pc:spChg>
          <pc:spChg chg="add mod">
            <ac:chgData name="김양제" userId="e6fb36be-7466-4411-9808-47a7887b1478" providerId="ADAL" clId="{3F008305-46AC-4C77-87B8-7FDF0EE66A86}" dt="2020-11-05T01:43:04.281" v="634"/>
            <ac:spMkLst>
              <pc:docMk/>
              <pc:sldMasterMk cId="1857310039" sldId="2147483661"/>
              <pc:sldLayoutMk cId="1008851778" sldId="2147483668"/>
              <ac:spMk id="5" creationId="{9CBEC53C-69CE-4E8D-97C6-FD2CC1671B88}"/>
            </ac:spMkLst>
          </pc:spChg>
          <pc:spChg chg="add mod">
            <ac:chgData name="김양제" userId="e6fb36be-7466-4411-9808-47a7887b1478" providerId="ADAL" clId="{3F008305-46AC-4C77-87B8-7FDF0EE66A86}" dt="2020-11-05T01:43:04.281" v="634"/>
            <ac:spMkLst>
              <pc:docMk/>
              <pc:sldMasterMk cId="1857310039" sldId="2147483661"/>
              <pc:sldLayoutMk cId="1008851778" sldId="2147483668"/>
              <ac:spMk id="6" creationId="{48A34163-5B3B-45CA-8F86-08F645CAC66E}"/>
            </ac:spMkLst>
          </pc:spChg>
          <pc:spChg chg="add mod">
            <ac:chgData name="김양제" userId="e6fb36be-7466-4411-9808-47a7887b1478" providerId="ADAL" clId="{3F008305-46AC-4C77-87B8-7FDF0EE66A86}" dt="2020-11-05T01:43:04.281" v="634"/>
            <ac:spMkLst>
              <pc:docMk/>
              <pc:sldMasterMk cId="1857310039" sldId="2147483661"/>
              <pc:sldLayoutMk cId="1008851778" sldId="2147483668"/>
              <ac:spMk id="7" creationId="{FE7AC93F-708C-4A87-A7B5-55C442A6142F}"/>
            </ac:spMkLst>
          </pc:spChg>
        </pc:sldLayoutChg>
        <pc:sldLayoutChg chg="new del replId">
          <pc:chgData name="김양제" userId="e6fb36be-7466-4411-9808-47a7887b1478" providerId="ADAL" clId="{3F008305-46AC-4C77-87B8-7FDF0EE66A86}" dt="2020-11-05T01:18:03.326" v="598" actId="2696"/>
          <pc:sldLayoutMkLst>
            <pc:docMk/>
            <pc:sldMasterMk cId="1857310039" sldId="2147483661"/>
            <pc:sldLayoutMk cId="3267974202" sldId="2147483669"/>
          </pc:sldLayoutMkLst>
        </pc:sldLayoutChg>
        <pc:sldLayoutChg chg="new del replId">
          <pc:chgData name="김양제" userId="e6fb36be-7466-4411-9808-47a7887b1478" providerId="ADAL" clId="{3F008305-46AC-4C77-87B8-7FDF0EE66A86}" dt="2020-11-05T01:18:06.719" v="599" actId="2696"/>
          <pc:sldLayoutMkLst>
            <pc:docMk/>
            <pc:sldMasterMk cId="1857310039" sldId="2147483661"/>
            <pc:sldLayoutMk cId="3540568607" sldId="2147483670"/>
          </pc:sldLayoutMkLst>
        </pc:sldLayoutChg>
        <pc:sldLayoutChg chg="new del replId">
          <pc:chgData name="김양제" userId="e6fb36be-7466-4411-9808-47a7887b1478" providerId="ADAL" clId="{3F008305-46AC-4C77-87B8-7FDF0EE66A86}" dt="2020-11-05T01:18:06.791" v="600" actId="2696"/>
          <pc:sldLayoutMkLst>
            <pc:docMk/>
            <pc:sldMasterMk cId="1857310039" sldId="2147483661"/>
            <pc:sldLayoutMk cId="1490643046" sldId="2147483671"/>
          </pc:sldLayoutMkLst>
        </pc:sldLayoutChg>
        <pc:sldLayoutChg chg="new del replId">
          <pc:chgData name="김양제" userId="e6fb36be-7466-4411-9808-47a7887b1478" providerId="ADAL" clId="{3F008305-46AC-4C77-87B8-7FDF0EE66A86}" dt="2020-11-05T01:18:06.879" v="601" actId="2696"/>
          <pc:sldLayoutMkLst>
            <pc:docMk/>
            <pc:sldMasterMk cId="1857310039" sldId="2147483661"/>
            <pc:sldLayoutMk cId="1112464852" sldId="2147483672"/>
          </pc:sldLayoutMkLst>
        </pc:sldLayoutChg>
        <pc:sldLayoutChg chg="addSp delSp modSp mod">
          <pc:chgData name="김양제" userId="e6fb36be-7466-4411-9808-47a7887b1478" providerId="ADAL" clId="{3F008305-46AC-4C77-87B8-7FDF0EE66A86}" dt="2020-11-05T01:43:11.980" v="636" actId="478"/>
          <pc:sldLayoutMkLst>
            <pc:docMk/>
            <pc:sldMasterMk cId="1857310039" sldId="2147483661"/>
            <pc:sldLayoutMk cId="3934958030" sldId="2147483673"/>
          </pc:sldLayoutMkLst>
          <pc:spChg chg="del">
            <ac:chgData name="김양제" userId="e6fb36be-7466-4411-9808-47a7887b1478" providerId="ADAL" clId="{3F008305-46AC-4C77-87B8-7FDF0EE66A86}" dt="2020-11-05T01:42:36.515" v="633" actId="478"/>
            <ac:spMkLst>
              <pc:docMk/>
              <pc:sldMasterMk cId="1857310039" sldId="2147483661"/>
              <pc:sldLayoutMk cId="3934958030" sldId="2147483673"/>
              <ac:spMk id="2" creationId="{00000000-0000-0000-0000-000000000000}"/>
            </ac:spMkLst>
          </pc:spChg>
          <pc:spChg chg="add mod">
            <ac:chgData name="김양제" userId="e6fb36be-7466-4411-9808-47a7887b1478" providerId="ADAL" clId="{3F008305-46AC-4C77-87B8-7FDF0EE66A86}" dt="2020-11-05T01:43:06.621" v="635"/>
            <ac:spMkLst>
              <pc:docMk/>
              <pc:sldMasterMk cId="1857310039" sldId="2147483661"/>
              <pc:sldLayoutMk cId="3934958030" sldId="2147483673"/>
              <ac:spMk id="3" creationId="{5D9C57C1-E376-489D-8A32-AD41C5587FEC}"/>
            </ac:spMkLst>
          </pc:spChg>
          <pc:spChg chg="add del mod">
            <ac:chgData name="김양제" userId="e6fb36be-7466-4411-9808-47a7887b1478" providerId="ADAL" clId="{3F008305-46AC-4C77-87B8-7FDF0EE66A86}" dt="2020-11-05T01:43:11.980" v="636" actId="478"/>
            <ac:spMkLst>
              <pc:docMk/>
              <pc:sldMasterMk cId="1857310039" sldId="2147483661"/>
              <pc:sldLayoutMk cId="3934958030" sldId="2147483673"/>
              <ac:spMk id="4" creationId="{77F0D3F4-7048-4EAA-A8E5-10CAC26F5AA0}"/>
            </ac:spMkLst>
          </pc:spChg>
          <pc:spChg chg="add mod">
            <ac:chgData name="김양제" userId="e6fb36be-7466-4411-9808-47a7887b1478" providerId="ADAL" clId="{3F008305-46AC-4C77-87B8-7FDF0EE66A86}" dt="2020-11-05T01:43:06.621" v="635"/>
            <ac:spMkLst>
              <pc:docMk/>
              <pc:sldMasterMk cId="1857310039" sldId="2147483661"/>
              <pc:sldLayoutMk cId="3934958030" sldId="2147483673"/>
              <ac:spMk id="5" creationId="{C637B6F6-0E39-4D44-ADE9-6B8388D91060}"/>
            </ac:spMkLst>
          </pc:spChg>
        </pc:sldLayoutChg>
        <pc:sldLayoutChg chg="delSp add mod modTransition">
          <pc:chgData name="김양제" userId="e6fb36be-7466-4411-9808-47a7887b1478" providerId="ADAL" clId="{3F008305-46AC-4C77-87B8-7FDF0EE66A86}" dt="2020-11-05T01:43:46.262" v="638" actId="6014"/>
          <pc:sldLayoutMkLst>
            <pc:docMk/>
            <pc:sldMasterMk cId="1857310039" sldId="2147483661"/>
            <pc:sldLayoutMk cId="3766339099" sldId="2147483674"/>
          </pc:sldLayoutMkLst>
          <pc:spChg chg="del">
            <ac:chgData name="김양제" userId="e6fb36be-7466-4411-9808-47a7887b1478" providerId="ADAL" clId="{3F008305-46AC-4C77-87B8-7FDF0EE66A86}" dt="2020-11-05T01:17:19.120" v="593" actId="478"/>
            <ac:spMkLst>
              <pc:docMk/>
              <pc:sldMasterMk cId="1857310039" sldId="2147483661"/>
              <pc:sldLayoutMk cId="3766339099" sldId="2147483674"/>
              <ac:spMk id="22" creationId="{B3728511-C500-4E23-9E03-80D6A2DC2D65}"/>
            </ac:spMkLst>
          </pc:spChg>
          <pc:spChg chg="del">
            <ac:chgData name="김양제" userId="e6fb36be-7466-4411-9808-47a7887b1478" providerId="ADAL" clId="{3F008305-46AC-4C77-87B8-7FDF0EE66A86}" dt="2020-11-05T01:41:42.114" v="625" actId="478"/>
            <ac:spMkLst>
              <pc:docMk/>
              <pc:sldMasterMk cId="1857310039" sldId="2147483661"/>
              <pc:sldLayoutMk cId="3766339099" sldId="2147483674"/>
              <ac:spMk id="35" creationId="{0038E14F-417D-495F-BCF1-0FE3A3C3022C}"/>
            </ac:spMkLst>
          </pc:spChg>
        </pc:sldLayoutChg>
      </pc:sldMasterChg>
    </pc:docChg>
  </pc:docChgLst>
  <pc:docChgLst>
    <pc:chgData name="김혜만" userId="0928e479-79a6-4baa-8623-8cfdb8d95e89" providerId="ADAL" clId="{6388CD37-DF4A-4EC6-9856-9C61B29BBBD4}"/>
    <pc:docChg chg="undo custSel modMainMaster">
      <pc:chgData name="김혜만" userId="0928e479-79a6-4baa-8623-8cfdb8d95e89" providerId="ADAL" clId="{6388CD37-DF4A-4EC6-9856-9C61B29BBBD4}" dt="2020-11-09T02:03:42.933" v="62"/>
      <pc:docMkLst>
        <pc:docMk/>
      </pc:docMkLst>
      <pc:sldMasterChg chg="addSp modSp mod modSldLayout">
        <pc:chgData name="김혜만" userId="0928e479-79a6-4baa-8623-8cfdb8d95e89" providerId="ADAL" clId="{6388CD37-DF4A-4EC6-9856-9C61B29BBBD4}" dt="2020-11-09T02:03:42.933" v="62"/>
        <pc:sldMasterMkLst>
          <pc:docMk/>
          <pc:sldMasterMk cId="1857310039" sldId="2147483661"/>
        </pc:sldMasterMkLst>
        <pc:spChg chg="add mod ord modVis">
          <ac:chgData name="김혜만" userId="0928e479-79a6-4baa-8623-8cfdb8d95e89" providerId="ADAL" clId="{6388CD37-DF4A-4EC6-9856-9C61B29BBBD4}" dt="2020-11-09T02:03:42.933" v="62"/>
          <ac:spMkLst>
            <pc:docMk/>
            <pc:sldMasterMk cId="1857310039" sldId="2147483661"/>
            <ac:spMk id="2" creationId="{792D2AB0-E4EC-4D29-8C20-40ED120C641F}"/>
          </ac:spMkLst>
        </pc:spChg>
        <pc:spChg chg="mod">
          <ac:chgData name="김혜만" userId="0928e479-79a6-4baa-8623-8cfdb8d95e89" providerId="ADAL" clId="{6388CD37-DF4A-4EC6-9856-9C61B29BBBD4}" dt="2020-11-09T02:03:31.268" v="31" actId="20577"/>
          <ac:spMkLst>
            <pc:docMk/>
            <pc:sldMasterMk cId="1857310039" sldId="2147483661"/>
            <ac:spMk id="8" creationId="{B501E337-EBC1-4EA9-897A-AE3EBE1C892D}"/>
          </ac:spMkLst>
        </pc:spChg>
        <pc:sldLayoutChg chg="delSp modSp mod">
          <pc:chgData name="김혜만" userId="0928e479-79a6-4baa-8623-8cfdb8d95e89" providerId="ADAL" clId="{6388CD37-DF4A-4EC6-9856-9C61B29BBBD4}" dt="2020-11-09T02:03:10.933" v="18" actId="478"/>
          <pc:sldLayoutMkLst>
            <pc:docMk/>
            <pc:sldMasterMk cId="1857310039" sldId="2147483661"/>
            <pc:sldLayoutMk cId="320065124" sldId="2147483663"/>
          </pc:sldLayoutMkLst>
          <pc:spChg chg="del mod">
            <ac:chgData name="김혜만" userId="0928e479-79a6-4baa-8623-8cfdb8d95e89" providerId="ADAL" clId="{6388CD37-DF4A-4EC6-9856-9C61B29BBBD4}" dt="2020-11-09T02:03:10.933" v="18" actId="478"/>
            <ac:spMkLst>
              <pc:docMk/>
              <pc:sldMasterMk cId="1857310039" sldId="2147483661"/>
              <pc:sldLayoutMk cId="320065124" sldId="2147483663"/>
              <ac:spMk id="18" creationId="{FBA5B995-68ED-4CAB-B35F-98360377F8AA}"/>
            </ac:spMkLst>
          </pc:spChg>
          <pc:spChg chg="del mod">
            <ac:chgData name="김혜만" userId="0928e479-79a6-4baa-8623-8cfdb8d95e89" providerId="ADAL" clId="{6388CD37-DF4A-4EC6-9856-9C61B29BBBD4}" dt="2020-11-09T02:03:08.091" v="16" actId="478"/>
            <ac:spMkLst>
              <pc:docMk/>
              <pc:sldMasterMk cId="1857310039" sldId="2147483661"/>
              <pc:sldLayoutMk cId="320065124" sldId="2147483663"/>
              <ac:spMk id="20" creationId="{D82CCA8D-CDC3-4B25-8A6D-455B6FA1F12A}"/>
            </ac:spMkLst>
          </pc:spChg>
          <pc:spChg chg="mod">
            <ac:chgData name="김혜만" userId="0928e479-79a6-4baa-8623-8cfdb8d95e89" providerId="ADAL" clId="{6388CD37-DF4A-4EC6-9856-9C61B29BBBD4}" dt="2020-11-09T02:02:59.386" v="13" actId="1076"/>
            <ac:spMkLst>
              <pc:docMk/>
              <pc:sldMasterMk cId="1857310039" sldId="2147483661"/>
              <pc:sldLayoutMk cId="320065124" sldId="2147483663"/>
              <ac:spMk id="22" creationId="{B3728511-C500-4E23-9E03-80D6A2DC2D65}"/>
            </ac:spMkLst>
          </pc:spChg>
        </pc:sldLayoutChg>
        <pc:sldLayoutChg chg="delSp modSp mod">
          <pc:chgData name="김혜만" userId="0928e479-79a6-4baa-8623-8cfdb8d95e89" providerId="ADAL" clId="{6388CD37-DF4A-4EC6-9856-9C61B29BBBD4}" dt="2020-11-09T02:03:15.043" v="20" actId="478"/>
          <pc:sldLayoutMkLst>
            <pc:docMk/>
            <pc:sldMasterMk cId="1857310039" sldId="2147483661"/>
            <pc:sldLayoutMk cId="3766339099" sldId="2147483674"/>
          </pc:sldLayoutMkLst>
          <pc:spChg chg="del mod">
            <ac:chgData name="김혜만" userId="0928e479-79a6-4baa-8623-8cfdb8d95e89" providerId="ADAL" clId="{6388CD37-DF4A-4EC6-9856-9C61B29BBBD4}" dt="2020-11-09T02:03:15.043" v="20" actId="478"/>
            <ac:spMkLst>
              <pc:docMk/>
              <pc:sldMasterMk cId="1857310039" sldId="2147483661"/>
              <pc:sldLayoutMk cId="3766339099" sldId="2147483674"/>
              <ac:spMk id="18" creationId="{FBA5B995-68ED-4CAB-B35F-98360377F8AA}"/>
            </ac:spMkLst>
          </pc:spChg>
          <pc:spChg chg="del mod">
            <ac:chgData name="김혜만" userId="0928e479-79a6-4baa-8623-8cfdb8d95e89" providerId="ADAL" clId="{6388CD37-DF4A-4EC6-9856-9C61B29BBBD4}" dt="2020-11-09T02:03:13.542" v="19" actId="478"/>
            <ac:spMkLst>
              <pc:docMk/>
              <pc:sldMasterMk cId="1857310039" sldId="2147483661"/>
              <pc:sldLayoutMk cId="3766339099" sldId="2147483674"/>
              <ac:spMk id="20" creationId="{D82CCA8D-CDC3-4B25-8A6D-455B6FA1F12A}"/>
            </ac:spMkLst>
          </pc:spChg>
        </pc:sldLayoutChg>
      </pc:sldMasterChg>
    </pc:docChg>
  </pc:docChgLst>
  <pc:docChgLst>
    <pc:chgData name="김양제" userId="S::yangje.kim@isucsp.onmicrosoft.com::e6fb36be-7466-4411-9808-47a7887b1478" providerId="AD" clId="Web-{95D8B321-C372-4D9D-B719-72E4396F611B}"/>
    <pc:docChg chg="modSld">
      <pc:chgData name="김양제" userId="S::yangje.kim@isucsp.onmicrosoft.com::e6fb36be-7466-4411-9808-47a7887b1478" providerId="AD" clId="Web-{95D8B321-C372-4D9D-B719-72E4396F611B}" dt="2020-11-05T01:27:02.761" v="29" actId="20577"/>
      <pc:docMkLst>
        <pc:docMk/>
      </pc:docMkLst>
      <pc:sldChg chg="addSp delSp modSp">
        <pc:chgData name="김양제" userId="S::yangje.kim@isucsp.onmicrosoft.com::e6fb36be-7466-4411-9808-47a7887b1478" providerId="AD" clId="Web-{95D8B321-C372-4D9D-B719-72E4396F611B}" dt="2020-11-05T01:27:02.761" v="28" actId="20577"/>
        <pc:sldMkLst>
          <pc:docMk/>
          <pc:sldMk cId="1438252899" sldId="523"/>
        </pc:sldMkLst>
        <pc:spChg chg="mod">
          <ac:chgData name="김양제" userId="S::yangje.kim@isucsp.onmicrosoft.com::e6fb36be-7466-4411-9808-47a7887b1478" providerId="AD" clId="Web-{95D8B321-C372-4D9D-B719-72E4396F611B}" dt="2020-11-05T01:23:28.319" v="16" actId="20577"/>
          <ac:spMkLst>
            <pc:docMk/>
            <pc:sldMk cId="1438252899" sldId="523"/>
            <ac:spMk id="3" creationId="{F2EC7C06-7295-4313-9304-5E11FCD2C301}"/>
          </ac:spMkLst>
        </pc:spChg>
        <pc:spChg chg="add del">
          <ac:chgData name="김양제" userId="S::yangje.kim@isucsp.onmicrosoft.com::e6fb36be-7466-4411-9808-47a7887b1478" providerId="AD" clId="Web-{95D8B321-C372-4D9D-B719-72E4396F611B}" dt="2020-11-05T01:23:35.944" v="18"/>
          <ac:spMkLst>
            <pc:docMk/>
            <pc:sldMk cId="1438252899" sldId="523"/>
            <ac:spMk id="5" creationId="{9DF1538A-FFF8-4C60-BD86-203736D8A319}"/>
          </ac:spMkLst>
        </pc:spChg>
        <pc:spChg chg="add mod">
          <ac:chgData name="김양제" userId="S::yangje.kim@isucsp.onmicrosoft.com::e6fb36be-7466-4411-9808-47a7887b1478" providerId="AD" clId="Web-{95D8B321-C372-4D9D-B719-72E4396F611B}" dt="2020-11-05T01:27:02.761" v="28" actId="20577"/>
          <ac:spMkLst>
            <pc:docMk/>
            <pc:sldMk cId="1438252899" sldId="523"/>
            <ac:spMk id="6" creationId="{3078A886-85F8-477F-A1A2-0BC640EBC8C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6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85B8C-6FF8-4470-B11D-6011F50B766D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6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2DBEE-7F29-4413-88E2-1082A58ECF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17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6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4B216-6DA2-4AB3-8FBA-2CC7BC4BF993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9"/>
            <a:ext cx="5438140" cy="4467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6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93C33-5E2D-4602-9FF9-A180A2CDEB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26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93C33-5E2D-4602-9FF9-A180A2CDEB6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729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0FC7-1A32-DF39-D134-44B9BA64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3CC5AE-7648-A013-6FFD-C2211C97E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26434E-F8F4-54E3-32C8-72B95B1F0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5D5F5D-AF65-5DEE-05AC-2A127EE59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241387-CA95-48F8-ACD6-4AE6493735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623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2A7E-EB9E-4463-F8E5-0831173CE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974038-E497-F9DA-C4D5-FB377F93E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806A49-B772-ADB4-9F6C-080D29C0F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D49B0-4106-D477-EDAF-04B6DA760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93C33-5E2D-4602-9FF9-A180A2CDEB6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11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BCB38BE8-D8F1-4490-BAE9-ECEBE113B808}"/>
              </a:ext>
            </a:extLst>
          </p:cNvPr>
          <p:cNvGrpSpPr/>
          <p:nvPr userDrawn="1"/>
        </p:nvGrpSpPr>
        <p:grpSpPr>
          <a:xfrm>
            <a:off x="-5443" y="419178"/>
            <a:ext cx="9142413" cy="67952"/>
            <a:chOff x="4836" y="507050"/>
            <a:chExt cx="9142413" cy="67952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CB65449-C982-4E8D-BA9A-3994C4B802CB}"/>
                </a:ext>
              </a:extLst>
            </p:cNvPr>
            <p:cNvGrpSpPr/>
            <p:nvPr/>
          </p:nvGrpSpPr>
          <p:grpSpPr>
            <a:xfrm>
              <a:off x="4836" y="507050"/>
              <a:ext cx="9142413" cy="67939"/>
              <a:chOff x="9524" y="6707776"/>
              <a:chExt cx="9142413" cy="153283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138349FF-36A7-4803-95EC-2D4D7F6829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4557"/>
              <a:stretch/>
            </p:blipFill>
            <p:spPr>
              <a:xfrm>
                <a:off x="9524" y="6707776"/>
                <a:ext cx="7951540" cy="153274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461DF585-1618-4643-9A9D-EC4B0C3A9B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656"/>
              <a:stretch/>
            </p:blipFill>
            <p:spPr>
              <a:xfrm>
                <a:off x="8177089" y="6707776"/>
                <a:ext cx="974848" cy="153283"/>
              </a:xfrm>
              <a:prstGeom prst="rect">
                <a:avLst/>
              </a:prstGeom>
            </p:spPr>
          </p:pic>
        </p:grp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A8B252D-EC1A-47CB-ADD0-36B763CC22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74" t="24527" r="13939"/>
            <a:stretch/>
          </p:blipFill>
          <p:spPr>
            <a:xfrm>
              <a:off x="7956376" y="507058"/>
              <a:ext cx="216024" cy="67944"/>
            </a:xfrm>
            <a:prstGeom prst="rect">
              <a:avLst/>
            </a:prstGeom>
          </p:spPr>
        </p:pic>
      </p:grpSp>
      <p:pic>
        <p:nvPicPr>
          <p:cNvPr id="12" name="Picture 3">
            <a:extLst>
              <a:ext uri="{FF2B5EF4-FFF2-40B4-BE49-F238E27FC236}">
                <a16:creationId xmlns:a16="http://schemas.microsoft.com/office/drawing/2014/main" id="{609AC95F-0C10-4CB4-895E-0B60B7D5BD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9" y="64836"/>
            <a:ext cx="720080" cy="281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C5C27C9-4FD3-415A-AA76-99E888D2A2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8550" y="2423858"/>
            <a:ext cx="6946900" cy="847725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buNone/>
              <a:defRPr sz="4000" b="1"/>
            </a:lvl1pPr>
            <a:lvl2pPr algn="ctr">
              <a:buNone/>
              <a:defRPr sz="4000" b="1"/>
            </a:lvl2pPr>
            <a:lvl3pPr algn="ctr">
              <a:buNone/>
              <a:defRPr sz="4000" b="1"/>
            </a:lvl3pPr>
            <a:lvl4pPr algn="ctr">
              <a:buNone/>
              <a:defRPr sz="4000" b="1"/>
            </a:lvl4pPr>
            <a:lvl5pPr algn="ctr">
              <a:buNone/>
              <a:defRPr sz="4000" b="1"/>
            </a:lvl5pPr>
          </a:lstStyle>
          <a:p>
            <a:pPr lvl="0"/>
            <a:r>
              <a:rPr lang="ko-KR" altLang="en-US"/>
              <a:t>제목</a:t>
            </a:r>
            <a:endParaRPr lang="en-US" altLang="ko-KR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C899BE02-2933-458E-BA7D-1D8176079E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12975" y="3284112"/>
            <a:ext cx="4718050" cy="6683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000" b="1"/>
            </a:lvl1pPr>
            <a:lvl2pPr algn="ctr">
              <a:buNone/>
              <a:defRPr sz="2000" b="1"/>
            </a:lvl2pPr>
            <a:lvl3pPr algn="ctr">
              <a:buNone/>
              <a:defRPr sz="2000" b="1"/>
            </a:lvl3pPr>
            <a:lvl4pPr algn="ctr">
              <a:buNone/>
              <a:defRPr sz="2000" b="1"/>
            </a:lvl4pPr>
            <a:lvl5pPr algn="ctr">
              <a:buNone/>
              <a:defRPr sz="2000" b="1"/>
            </a:lvl5pPr>
          </a:lstStyle>
          <a:p>
            <a:pPr lvl="0"/>
            <a:r>
              <a:rPr lang="ko-KR" altLang="en-US"/>
              <a:t>소제목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E7498415-7CEF-405A-83F7-4CEE3A3D13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93900" y="5118100"/>
            <a:ext cx="5149850" cy="766763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lang="en-US" altLang="ko-KR"/>
              <a:t>0000</a:t>
            </a:r>
            <a:r>
              <a:rPr lang="ko-KR" altLang="en-US"/>
              <a:t>년 </a:t>
            </a:r>
            <a:r>
              <a:rPr lang="en-US" altLang="ko-KR"/>
              <a:t>00</a:t>
            </a:r>
            <a:r>
              <a:rPr lang="ko-KR" altLang="en-US"/>
              <a:t>월</a:t>
            </a:r>
            <a:endParaRPr lang="en-US" altLang="ko-KR"/>
          </a:p>
          <a:p>
            <a:pPr lvl="0"/>
            <a:r>
              <a:rPr lang="ko-KR" altLang="en-US"/>
              <a:t>회사명 소속팀</a:t>
            </a:r>
          </a:p>
        </p:txBody>
      </p:sp>
    </p:spTree>
    <p:extLst>
      <p:ext uri="{BB962C8B-B14F-4D97-AF65-F5344CB8AC3E}">
        <p14:creationId xmlns:p14="http://schemas.microsoft.com/office/powerpoint/2010/main" val="293172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임원회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10">
            <a:extLst>
              <a:ext uri="{FF2B5EF4-FFF2-40B4-BE49-F238E27FC236}">
                <a16:creationId xmlns:a16="http://schemas.microsoft.com/office/drawing/2014/main" id="{CF5A1FA1-CDED-454B-9B6E-33B5F55E288A}"/>
              </a:ext>
            </a:extLst>
          </p:cNvPr>
          <p:cNvSpPr txBox="1">
            <a:spLocks/>
          </p:cNvSpPr>
          <p:nvPr userDrawn="1"/>
        </p:nvSpPr>
        <p:spPr>
          <a:xfrm>
            <a:off x="3491880" y="6573661"/>
            <a:ext cx="2133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3AEAA-AD5E-4443-A9E4-B3A4C94A4463}" type="slidenum">
              <a:rPr lang="ko-KR" altLang="en-US" sz="1000" b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ko-KR" altLang="en-US" sz="1000" b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 131">
            <a:extLst>
              <a:ext uri="{FF2B5EF4-FFF2-40B4-BE49-F238E27FC236}">
                <a16:creationId xmlns:a16="http://schemas.microsoft.com/office/drawing/2014/main" id="{B3728511-C500-4E23-9E03-80D6A2DC2D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9389" y="629728"/>
            <a:ext cx="8783636" cy="589408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ko-KR" sz="1800" kern="0">
              <a:solidFill>
                <a:srgbClr val="FF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C67124-EBF3-4B84-9392-8560CAF0BF8C}"/>
              </a:ext>
            </a:extLst>
          </p:cNvPr>
          <p:cNvGrpSpPr/>
          <p:nvPr userDrawn="1"/>
        </p:nvGrpSpPr>
        <p:grpSpPr>
          <a:xfrm>
            <a:off x="-5443" y="419178"/>
            <a:ext cx="9142413" cy="67952"/>
            <a:chOff x="4836" y="507050"/>
            <a:chExt cx="9142413" cy="67952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617FAB6-C89B-498A-9A6A-47E07C612D8F}"/>
                </a:ext>
              </a:extLst>
            </p:cNvPr>
            <p:cNvGrpSpPr/>
            <p:nvPr/>
          </p:nvGrpSpPr>
          <p:grpSpPr>
            <a:xfrm>
              <a:off x="4836" y="507050"/>
              <a:ext cx="9142413" cy="67939"/>
              <a:chOff x="9524" y="6707776"/>
              <a:chExt cx="9142413" cy="153283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F562A694-DE0C-4E58-AF3C-9CB7C84FBA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4557"/>
              <a:stretch/>
            </p:blipFill>
            <p:spPr>
              <a:xfrm>
                <a:off x="9524" y="6707776"/>
                <a:ext cx="7951540" cy="153274"/>
              </a:xfrm>
              <a:prstGeom prst="rect">
                <a:avLst/>
              </a:prstGeom>
            </p:spPr>
          </p:pic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8C07136D-7F52-4002-92F4-B0A3303250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656"/>
              <a:stretch/>
            </p:blipFill>
            <p:spPr>
              <a:xfrm>
                <a:off x="8177089" y="6707776"/>
                <a:ext cx="974848" cy="153283"/>
              </a:xfrm>
              <a:prstGeom prst="rect">
                <a:avLst/>
              </a:prstGeom>
            </p:spPr>
          </p:pic>
        </p:grp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EC8B8E7-72F4-4577-AA02-296FDE282A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74" t="24527" r="13939"/>
            <a:stretch/>
          </p:blipFill>
          <p:spPr>
            <a:xfrm>
              <a:off x="7956376" y="507058"/>
              <a:ext cx="216024" cy="67944"/>
            </a:xfrm>
            <a:prstGeom prst="rect">
              <a:avLst/>
            </a:prstGeom>
          </p:spPr>
        </p:pic>
      </p:grp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A6649F29-BBC8-48BC-ABA1-053E33592A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13" y="79780"/>
            <a:ext cx="8670925" cy="331174"/>
          </a:xfrm>
          <a:prstGeom prst="rect">
            <a:avLst/>
          </a:prstGeom>
        </p:spPr>
        <p:txBody>
          <a:bodyPr anchor="b"/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보고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10">
            <a:extLst>
              <a:ext uri="{FF2B5EF4-FFF2-40B4-BE49-F238E27FC236}">
                <a16:creationId xmlns:a16="http://schemas.microsoft.com/office/drawing/2014/main" id="{CF5A1FA1-CDED-454B-9B6E-33B5F55E288A}"/>
              </a:ext>
            </a:extLst>
          </p:cNvPr>
          <p:cNvSpPr txBox="1">
            <a:spLocks/>
          </p:cNvSpPr>
          <p:nvPr userDrawn="1"/>
        </p:nvSpPr>
        <p:spPr>
          <a:xfrm>
            <a:off x="3491880" y="6573661"/>
            <a:ext cx="2133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3AEAA-AD5E-4443-A9E4-B3A4C94A4463}" type="slidenum">
              <a:rPr lang="ko-KR" altLang="en-US" sz="1000" b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ko-KR" altLang="en-US" sz="1000" b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C67124-EBF3-4B84-9392-8560CAF0BF8C}"/>
              </a:ext>
            </a:extLst>
          </p:cNvPr>
          <p:cNvGrpSpPr/>
          <p:nvPr userDrawn="1"/>
        </p:nvGrpSpPr>
        <p:grpSpPr>
          <a:xfrm>
            <a:off x="-5443" y="419178"/>
            <a:ext cx="9142413" cy="67952"/>
            <a:chOff x="4836" y="507050"/>
            <a:chExt cx="9142413" cy="67952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617FAB6-C89B-498A-9A6A-47E07C612D8F}"/>
                </a:ext>
              </a:extLst>
            </p:cNvPr>
            <p:cNvGrpSpPr/>
            <p:nvPr/>
          </p:nvGrpSpPr>
          <p:grpSpPr>
            <a:xfrm>
              <a:off x="4836" y="507050"/>
              <a:ext cx="9142413" cy="67939"/>
              <a:chOff x="9524" y="6707776"/>
              <a:chExt cx="9142413" cy="153283"/>
            </a:xfrm>
          </p:grpSpPr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F562A694-DE0C-4E58-AF3C-9CB7C84FBA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4557"/>
              <a:stretch/>
            </p:blipFill>
            <p:spPr>
              <a:xfrm>
                <a:off x="9524" y="6707776"/>
                <a:ext cx="7951540" cy="153274"/>
              </a:xfrm>
              <a:prstGeom prst="rect">
                <a:avLst/>
              </a:prstGeom>
            </p:spPr>
          </p:pic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8C07136D-7F52-4002-92F4-B0A3303250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656"/>
              <a:stretch/>
            </p:blipFill>
            <p:spPr>
              <a:xfrm>
                <a:off x="8177089" y="6707776"/>
                <a:ext cx="974848" cy="153283"/>
              </a:xfrm>
              <a:prstGeom prst="rect">
                <a:avLst/>
              </a:prstGeom>
            </p:spPr>
          </p:pic>
        </p:grp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EC8B8E7-72F4-4577-AA02-296FDE282A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74" t="24527" r="13939"/>
            <a:stretch/>
          </p:blipFill>
          <p:spPr>
            <a:xfrm>
              <a:off x="7956376" y="507058"/>
              <a:ext cx="216024" cy="67944"/>
            </a:xfrm>
            <a:prstGeom prst="rect">
              <a:avLst/>
            </a:prstGeom>
          </p:spPr>
        </p:pic>
      </p:grpSp>
      <p:sp>
        <p:nvSpPr>
          <p:cNvPr id="33" name="텍스트 개체 틀 32">
            <a:extLst>
              <a:ext uri="{FF2B5EF4-FFF2-40B4-BE49-F238E27FC236}">
                <a16:creationId xmlns:a16="http://schemas.microsoft.com/office/drawing/2014/main" id="{A6649F29-BBC8-48BC-ABA1-053E33592A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13" y="79780"/>
            <a:ext cx="8670925" cy="331174"/>
          </a:xfrm>
          <a:prstGeom prst="rect">
            <a:avLst/>
          </a:prstGeom>
        </p:spPr>
        <p:txBody>
          <a:bodyPr anchor="b"/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33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10">
            <a:extLst>
              <a:ext uri="{FF2B5EF4-FFF2-40B4-BE49-F238E27FC236}">
                <a16:creationId xmlns:a16="http://schemas.microsoft.com/office/drawing/2014/main" id="{9CBEC53C-69CE-4E8D-97C6-FD2CC1671B88}"/>
              </a:ext>
            </a:extLst>
          </p:cNvPr>
          <p:cNvSpPr txBox="1">
            <a:spLocks/>
          </p:cNvSpPr>
          <p:nvPr userDrawn="1"/>
        </p:nvSpPr>
        <p:spPr>
          <a:xfrm>
            <a:off x="3491880" y="6573661"/>
            <a:ext cx="2133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93AEAA-AD5E-4443-A9E4-B3A4C94A4463}" type="slidenum">
              <a:rPr lang="ko-KR" altLang="en-US" sz="1000" b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ko-KR" altLang="en-US" sz="1000" b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131">
            <a:extLst>
              <a:ext uri="{FF2B5EF4-FFF2-40B4-BE49-F238E27FC236}">
                <a16:creationId xmlns:a16="http://schemas.microsoft.com/office/drawing/2014/main" id="{48A34163-5B3B-45CA-8F86-08F645CAC6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9389" y="629728"/>
            <a:ext cx="8783636" cy="589408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ko-KR" sz="1800" kern="0">
              <a:solidFill>
                <a:srgbClr val="FF000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7" name="텍스트 개체 틀 32">
            <a:extLst>
              <a:ext uri="{FF2B5EF4-FFF2-40B4-BE49-F238E27FC236}">
                <a16:creationId xmlns:a16="http://schemas.microsoft.com/office/drawing/2014/main" id="{FE7AC93F-708C-4A87-A7B5-55C442A614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13" y="79780"/>
            <a:ext cx="8670925" cy="331174"/>
          </a:xfrm>
          <a:prstGeom prst="rect">
            <a:avLst/>
          </a:prstGeom>
        </p:spPr>
        <p:txBody>
          <a:bodyPr anchor="b"/>
          <a:lstStyle>
            <a:lvl1pPr>
              <a:buNone/>
              <a:defRPr sz="18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85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510930" y="6525344"/>
            <a:ext cx="2133600" cy="365125"/>
          </a:xfrm>
        </p:spPr>
        <p:txBody>
          <a:bodyPr/>
          <a:lstStyle>
            <a:lvl1pPr algn="ctr">
              <a:defRPr sz="1000"/>
            </a:lvl1pPr>
          </a:lstStyle>
          <a:p>
            <a:fld id="{2DE6C33F-ADFD-4BD4-820B-A1DEA6C4055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564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바닥글 개체 틀 27">
            <a:extLst>
              <a:ext uri="{FF2B5EF4-FFF2-40B4-BE49-F238E27FC236}">
                <a16:creationId xmlns:a16="http://schemas.microsoft.com/office/drawing/2014/main" id="{B501E337-EBC1-4EA9-897A-AE3EBE1C892D}"/>
              </a:ext>
            </a:extLst>
          </p:cNvPr>
          <p:cNvSpPr txBox="1">
            <a:spLocks/>
          </p:cNvSpPr>
          <p:nvPr userDrawn="1"/>
        </p:nvSpPr>
        <p:spPr>
          <a:xfrm>
            <a:off x="6140896" y="6573661"/>
            <a:ext cx="2895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㈜이수 기획팀</a:t>
            </a:r>
          </a:p>
        </p:txBody>
      </p:sp>
      <p:sp>
        <p:nvSpPr>
          <p:cNvPr id="9" name="바닥글 개체 틀 27">
            <a:extLst>
              <a:ext uri="{FF2B5EF4-FFF2-40B4-BE49-F238E27FC236}">
                <a16:creationId xmlns:a16="http://schemas.microsoft.com/office/drawing/2014/main" id="{03A5AD31-BFD0-4A2B-A6E4-0ED0827D3022}"/>
              </a:ext>
            </a:extLst>
          </p:cNvPr>
          <p:cNvSpPr txBox="1">
            <a:spLocks/>
          </p:cNvSpPr>
          <p:nvPr userDrawn="1"/>
        </p:nvSpPr>
        <p:spPr>
          <a:xfrm>
            <a:off x="107504" y="6573661"/>
            <a:ext cx="28956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000">
                <a:solidFill>
                  <a:schemeClr val="bg1">
                    <a:lumMod val="50000"/>
                  </a:schemeClr>
                </a:solidFill>
              </a:rPr>
              <a:t>이수그룹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3DFB41A-60B5-4BA9-B43F-0AAEA9BDE774}"/>
              </a:ext>
            </a:extLst>
          </p:cNvPr>
          <p:cNvGrpSpPr/>
          <p:nvPr userDrawn="1"/>
        </p:nvGrpSpPr>
        <p:grpSpPr>
          <a:xfrm>
            <a:off x="-5443" y="419178"/>
            <a:ext cx="9142413" cy="67952"/>
            <a:chOff x="4836" y="507050"/>
            <a:chExt cx="9142413" cy="6795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A967F42-3F8F-4411-8BDC-29A6CB048135}"/>
                </a:ext>
              </a:extLst>
            </p:cNvPr>
            <p:cNvGrpSpPr/>
            <p:nvPr/>
          </p:nvGrpSpPr>
          <p:grpSpPr>
            <a:xfrm>
              <a:off x="4836" y="507050"/>
              <a:ext cx="9142413" cy="67939"/>
              <a:chOff x="9524" y="6707776"/>
              <a:chExt cx="9142413" cy="153283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FB0DB09C-454F-4153-9526-5450775CCE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4557"/>
              <a:stretch/>
            </p:blipFill>
            <p:spPr>
              <a:xfrm>
                <a:off x="9524" y="6707776"/>
                <a:ext cx="7951540" cy="153274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B4BCE852-E79B-493F-8927-CFB7770C78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656"/>
              <a:stretch/>
            </p:blipFill>
            <p:spPr>
              <a:xfrm>
                <a:off x="8177089" y="6707776"/>
                <a:ext cx="974848" cy="153283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4C440A4-6281-49BA-9A39-601E1C72BF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74" t="24527" r="13939"/>
            <a:stretch/>
          </p:blipFill>
          <p:spPr>
            <a:xfrm>
              <a:off x="7956376" y="507058"/>
              <a:ext cx="216024" cy="67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731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4" r:id="rId3"/>
    <p:sldLayoutId id="2147483668" r:id="rId4"/>
    <p:sldLayoutId id="214748367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cK Date">
            <a:extLst>
              <a:ext uri="{FF2B5EF4-FFF2-40B4-BE49-F238E27FC236}">
                <a16:creationId xmlns:a16="http://schemas.microsoft.com/office/drawing/2014/main" id="{68B48926-26F5-BD2B-1683-C540D42F50B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07393" y="4550032"/>
            <a:ext cx="5129213" cy="69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defTabSz="933450" eaLnBrk="0" hangingPunct="0"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defTabSz="93345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eaLnBrk="1" latinLnBrk="0" hangingPunct="1">
              <a:lnSpc>
                <a:spcPct val="150000"/>
              </a:lnSpc>
            </a:pPr>
            <a:r>
              <a:rPr kumimoji="0" lang="en-US" altLang="ko-KR" sz="1600" b="1" dirty="0">
                <a:latin typeface="+mn-ea"/>
                <a:ea typeface="+mn-ea"/>
              </a:rPr>
              <a:t>OO</a:t>
            </a:r>
            <a:r>
              <a:rPr kumimoji="0" lang="ko-KR" altLang="en-US" sz="1600" b="1" dirty="0">
                <a:latin typeface="+mn-ea"/>
                <a:ea typeface="+mn-ea"/>
              </a:rPr>
              <a:t>년 </a:t>
            </a:r>
            <a:r>
              <a:rPr kumimoji="0" lang="en-US" altLang="ko-KR" sz="1600" b="1" dirty="0">
                <a:latin typeface="+mn-ea"/>
                <a:ea typeface="+mn-ea"/>
              </a:rPr>
              <a:t>OO</a:t>
            </a:r>
            <a:r>
              <a:rPr kumimoji="0" lang="ko-KR" altLang="en-US" sz="1600" b="1" dirty="0">
                <a:latin typeface="+mn-ea"/>
                <a:ea typeface="+mn-ea"/>
              </a:rPr>
              <a:t>월</a:t>
            </a:r>
            <a:br>
              <a:rPr kumimoji="0" lang="en-US" altLang="ko-KR" sz="1600" b="1" dirty="0">
                <a:latin typeface="+mn-ea"/>
                <a:ea typeface="+mn-ea"/>
              </a:rPr>
            </a:br>
            <a:r>
              <a:rPr kumimoji="0" lang="ko-KR" altLang="en-US" sz="1600" b="1" dirty="0">
                <a:latin typeface="+mn-ea"/>
                <a:ea typeface="+mn-ea"/>
              </a:rPr>
              <a:t>㈜이수 기획팀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1982BD7-5340-3B9C-AB4F-0C1C50A8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2272270"/>
            <a:ext cx="7178675" cy="1325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4000" b="1" dirty="0">
                <a:latin typeface="맑은 고딕"/>
                <a:ea typeface="맑은 고딕"/>
              </a:rPr>
              <a:t>제목</a:t>
            </a:r>
            <a:br>
              <a:rPr lang="en-US" altLang="ko-KR" dirty="0">
                <a:latin typeface="맑은 고딕"/>
                <a:ea typeface="맑은 고딕"/>
              </a:rPr>
            </a:b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  <a:ea typeface="맑은 고딕"/>
              </a:rPr>
              <a:t>소제목</a:t>
            </a:r>
            <a:endParaRPr lang="en-US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56645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17774-5788-CB6D-32ED-DD84B0C5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4A6803CE-7693-889F-6E6A-69500698A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1" y="35332"/>
            <a:ext cx="70531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Executive Summary</a:t>
            </a:r>
            <a:endParaRPr kumimoji="1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C2E9B01-3CDF-6008-EF74-65C670862A0A}"/>
              </a:ext>
            </a:extLst>
          </p:cNvPr>
          <p:cNvGrpSpPr/>
          <p:nvPr/>
        </p:nvGrpSpPr>
        <p:grpSpPr>
          <a:xfrm>
            <a:off x="612000" y="1208310"/>
            <a:ext cx="7920000" cy="1293688"/>
            <a:chOff x="406355" y="1284510"/>
            <a:chExt cx="7920000" cy="1293688"/>
          </a:xfrm>
        </p:grpSpPr>
        <p:sp>
          <p:nvSpPr>
            <p:cNvPr id="2" name="Text Box 92">
              <a:extLst>
                <a:ext uri="{FF2B5EF4-FFF2-40B4-BE49-F238E27FC236}">
                  <a16:creationId xmlns:a16="http://schemas.microsoft.com/office/drawing/2014/main" id="{F27E06A1-749D-845E-5FBF-7F2919D2E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55" y="1284510"/>
              <a:ext cx="7920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95250" indent="-952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177800" indent="-68263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5250" algn="l"/>
                </a:tabLst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[ 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요약</a:t>
              </a: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] 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요약 </a:t>
              </a: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1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줄</a:t>
              </a:r>
              <a:endPara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57DBAD6-335F-696F-AB87-19A58CE10EC5}"/>
                </a:ext>
              </a:extLst>
            </p:cNvPr>
            <p:cNvSpPr txBox="1"/>
            <p:nvPr/>
          </p:nvSpPr>
          <p:spPr>
            <a:xfrm>
              <a:off x="406355" y="1499954"/>
              <a:ext cx="7920000" cy="1078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u="sng" dirty="0">
                  <a:latin typeface="+mn-ea"/>
                </a:rPr>
                <a:t>세부 요약</a:t>
              </a:r>
              <a:br>
                <a:rPr lang="en-US" altLang="ko-KR" sz="1200" u="sng" dirty="0">
                  <a:latin typeface="+mn-ea"/>
                </a:rPr>
              </a:br>
              <a:r>
                <a:rPr lang="en-US" altLang="ko-KR" sz="1200" u="sng" dirty="0">
                  <a:latin typeface="+mn-ea"/>
                </a:rPr>
                <a:t>2</a:t>
              </a:r>
              <a:r>
                <a:rPr lang="ko-KR" altLang="en-US" sz="1200" u="sng" dirty="0">
                  <a:latin typeface="+mn-ea"/>
                </a:rPr>
                <a:t>줄</a:t>
              </a:r>
              <a:endParaRPr lang="en-US" altLang="ko-KR" sz="1200" b="1" u="sng" dirty="0"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상세 내용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1</a:t>
              </a: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상세 내용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15CFB30-EDE4-4E71-DB8B-FB3F0C21B970}"/>
              </a:ext>
            </a:extLst>
          </p:cNvPr>
          <p:cNvGrpSpPr/>
          <p:nvPr/>
        </p:nvGrpSpPr>
        <p:grpSpPr>
          <a:xfrm>
            <a:off x="612000" y="2813678"/>
            <a:ext cx="7920001" cy="1293688"/>
            <a:chOff x="406355" y="1284510"/>
            <a:chExt cx="7920001" cy="1293688"/>
          </a:xfrm>
        </p:grpSpPr>
        <p:sp>
          <p:nvSpPr>
            <p:cNvPr id="16" name="Text Box 92">
              <a:extLst>
                <a:ext uri="{FF2B5EF4-FFF2-40B4-BE49-F238E27FC236}">
                  <a16:creationId xmlns:a16="http://schemas.microsoft.com/office/drawing/2014/main" id="{E6CDAF14-BBD4-F432-C700-DFBC140CE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55" y="1284510"/>
              <a:ext cx="7920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95250" indent="-952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177800" indent="-68263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5250" algn="l"/>
                </a:tabLst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[ 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요약</a:t>
              </a: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] 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요약 </a:t>
              </a: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1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줄</a:t>
              </a:r>
              <a:endPara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B3C246-18B3-290B-9BFF-18AB05B47135}"/>
                </a:ext>
              </a:extLst>
            </p:cNvPr>
            <p:cNvSpPr txBox="1"/>
            <p:nvPr/>
          </p:nvSpPr>
          <p:spPr>
            <a:xfrm>
              <a:off x="406356" y="1499954"/>
              <a:ext cx="7920000" cy="1078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u="sng" dirty="0">
                  <a:latin typeface="+mn-ea"/>
                </a:rPr>
                <a:t>세부 요약</a:t>
              </a:r>
              <a:br>
                <a:rPr lang="en-US" altLang="ko-KR" sz="1200" u="sng" dirty="0">
                  <a:latin typeface="+mn-ea"/>
                </a:rPr>
              </a:br>
              <a:r>
                <a:rPr lang="en-US" altLang="ko-KR" sz="1200" u="sng" dirty="0">
                  <a:latin typeface="+mn-ea"/>
                </a:rPr>
                <a:t>2</a:t>
              </a:r>
              <a:r>
                <a:rPr lang="ko-KR" altLang="en-US" sz="1200" u="sng" dirty="0">
                  <a:latin typeface="+mn-ea"/>
                </a:rPr>
                <a:t>줄</a:t>
              </a:r>
              <a:endParaRPr lang="en-US" altLang="ko-KR" sz="1200" b="1" u="sng" dirty="0"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상세 내용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1</a:t>
              </a: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상세 내용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2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570F790-AF32-10D8-D8EB-767F961E9723}"/>
              </a:ext>
            </a:extLst>
          </p:cNvPr>
          <p:cNvGrpSpPr/>
          <p:nvPr/>
        </p:nvGrpSpPr>
        <p:grpSpPr>
          <a:xfrm>
            <a:off x="612000" y="4419046"/>
            <a:ext cx="7920001" cy="1293688"/>
            <a:chOff x="406355" y="1284510"/>
            <a:chExt cx="7920001" cy="1293688"/>
          </a:xfrm>
        </p:grpSpPr>
        <p:sp>
          <p:nvSpPr>
            <p:cNvPr id="19" name="Text Box 92">
              <a:extLst>
                <a:ext uri="{FF2B5EF4-FFF2-40B4-BE49-F238E27FC236}">
                  <a16:creationId xmlns:a16="http://schemas.microsoft.com/office/drawing/2014/main" id="{F628A58C-CD8F-BDD1-055F-84FD4E9E2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55" y="1284510"/>
              <a:ext cx="7920000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95250" indent="-952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177800" indent="-68263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95250" algn="l"/>
                </a:tabLst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[ 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요약</a:t>
              </a: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] 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요약 </a:t>
              </a: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1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줄</a:t>
              </a:r>
              <a:endPara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9AE45CA-F893-CB79-6455-C9C6F847B410}"/>
                </a:ext>
              </a:extLst>
            </p:cNvPr>
            <p:cNvSpPr txBox="1"/>
            <p:nvPr/>
          </p:nvSpPr>
          <p:spPr>
            <a:xfrm>
              <a:off x="406356" y="1499954"/>
              <a:ext cx="7920000" cy="1078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82563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u="sng" dirty="0">
                  <a:latin typeface="+mn-ea"/>
                </a:rPr>
                <a:t>세부 요약</a:t>
              </a:r>
              <a:br>
                <a:rPr lang="en-US" altLang="ko-KR" sz="1200" u="sng" dirty="0">
                  <a:latin typeface="+mn-ea"/>
                </a:rPr>
              </a:br>
              <a:r>
                <a:rPr lang="en-US" altLang="ko-KR" sz="1200" u="sng" dirty="0">
                  <a:latin typeface="+mn-ea"/>
                </a:rPr>
                <a:t>2</a:t>
              </a:r>
              <a:r>
                <a:rPr lang="ko-KR" altLang="en-US" sz="1200" u="sng" dirty="0">
                  <a:latin typeface="+mn-ea"/>
                </a:rPr>
                <a:t>줄</a:t>
              </a:r>
              <a:endParaRPr lang="en-US" altLang="ko-KR" sz="1200" b="1" u="sng" dirty="0">
                <a:latin typeface="+mn-ea"/>
              </a:endParaRP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상세 내용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1</a:t>
              </a:r>
            </a:p>
            <a:p>
              <a:pPr marL="360000" indent="-108000">
                <a:lnSpc>
                  <a:spcPct val="150000"/>
                </a:lnSpc>
                <a:buFont typeface="맑은 고딕" panose="020B0503020000020004" pitchFamily="50" charset="-127"/>
                <a:buChar char="-"/>
              </a:pPr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상세 내용 </a:t>
              </a:r>
              <a:r>
                <a:rPr lang="en-US" altLang="ko-KR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753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9C85-EB50-7E14-41F9-C0E823FD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9">
            <a:extLst>
              <a:ext uri="{FF2B5EF4-FFF2-40B4-BE49-F238E27FC236}">
                <a16:creationId xmlns:a16="http://schemas.microsoft.com/office/drawing/2014/main" id="{A991A69C-CCB1-199B-7FC1-9F1266893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0792"/>
            <a:ext cx="9144000" cy="321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44000" marR="0" lvl="0" algn="l" defTabSz="914400" rtl="0" eaLnBrk="1" fontAlgn="auto" latinLnBrk="1" hangingPunct="1">
              <a:lnSpc>
                <a:spcPct val="15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헤드메시지 </a:t>
            </a: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100</a:t>
            </a: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자 이내 두줄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5CA2865E-290B-DC39-A616-57B769988CE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42411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0">
              <a:lnSpc>
                <a:spcPct val="120000"/>
              </a:lnSpc>
              <a:spcBef>
                <a:spcPts val="0"/>
              </a:spcBef>
              <a:buNone/>
            </a:pPr>
            <a:r>
              <a:rPr kumimoji="1" lang="ko-KR" altLang="en-US" sz="1800" b="1" dirty="0">
                <a:latin typeface="맑은 고딕"/>
                <a:ea typeface="맑은 고딕" pitchFamily="50" charset="-127"/>
              </a:rPr>
              <a:t>주제</a:t>
            </a:r>
          </a:p>
        </p:txBody>
      </p:sp>
      <p:sp>
        <p:nvSpPr>
          <p:cNvPr id="2" name="Rectangle 168">
            <a:extLst>
              <a:ext uri="{FF2B5EF4-FFF2-40B4-BE49-F238E27FC236}">
                <a16:creationId xmlns:a16="http://schemas.microsoft.com/office/drawing/2014/main" id="{D7F34F5E-53AA-A5C6-B87B-DDF5C1F5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461" y="1332000"/>
            <a:ext cx="3960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 dirty="0">
                <a:latin typeface="+mn-ea"/>
              </a:rPr>
              <a:t>소주제</a:t>
            </a:r>
            <a:endParaRPr lang="en-US" altLang="ko-KR" sz="1600" b="1" dirty="0"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666C18F-D2D6-7E55-1361-D5F5B66521D0}"/>
              </a:ext>
            </a:extLst>
          </p:cNvPr>
          <p:cNvCxnSpPr>
            <a:cxnSpLocks/>
          </p:cNvCxnSpPr>
          <p:nvPr/>
        </p:nvCxnSpPr>
        <p:spPr bwMode="auto">
          <a:xfrm>
            <a:off x="4698461" y="1670554"/>
            <a:ext cx="3960000" cy="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168">
            <a:extLst>
              <a:ext uri="{FF2B5EF4-FFF2-40B4-BE49-F238E27FC236}">
                <a16:creationId xmlns:a16="http://schemas.microsoft.com/office/drawing/2014/main" id="{1B3E133A-C90D-2D2D-3460-04D605F24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480" y="1332000"/>
            <a:ext cx="39600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600" b="1" dirty="0">
                <a:solidFill>
                  <a:prstClr val="black"/>
                </a:solidFill>
                <a:latin typeface="+mn-ea"/>
              </a:rPr>
              <a:t>소주제</a:t>
            </a:r>
            <a:endParaRPr lang="en-US" altLang="ko-KR" sz="1600" b="1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2CADF10-E3E0-8FB4-A167-D6477CE8A091}"/>
              </a:ext>
            </a:extLst>
          </p:cNvPr>
          <p:cNvCxnSpPr>
            <a:cxnSpLocks/>
          </p:cNvCxnSpPr>
          <p:nvPr/>
        </p:nvCxnSpPr>
        <p:spPr bwMode="auto">
          <a:xfrm>
            <a:off x="387480" y="1670554"/>
            <a:ext cx="3960000" cy="0"/>
          </a:xfrm>
          <a:prstGeom prst="line">
            <a:avLst/>
          </a:prstGeom>
          <a:solidFill>
            <a:srgbClr val="FFFFFF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1971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CEB703F-15DA-9CC1-0E81-56345EB1E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547" y="3195636"/>
            <a:ext cx="6674906" cy="717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끝</a:t>
            </a:r>
            <a:r>
              <a:rPr lang="en-US" altLang="ko-KR" sz="3200" b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2000" b="1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1751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87243DDACC68C428D71130598E7BACC" ma:contentTypeVersion="14" ma:contentTypeDescription="새 문서를 만듭니다." ma:contentTypeScope="" ma:versionID="925cf93041ab6ef2037f009a1d57af97">
  <xsd:schema xmlns:xsd="http://www.w3.org/2001/XMLSchema" xmlns:xs="http://www.w3.org/2001/XMLSchema" xmlns:p="http://schemas.microsoft.com/office/2006/metadata/properties" xmlns:ns2="6b584d70-5713-40a2-9c78-2f55855c2930" xmlns:ns3="7bac07af-680f-4b03-9cbc-50922cab4b60" targetNamespace="http://schemas.microsoft.com/office/2006/metadata/properties" ma:root="true" ma:fieldsID="0b38499561ebf6d6cc47fe3ffafa89e9" ns2:_="" ns3:_="">
    <xsd:import namespace="6b584d70-5713-40a2-9c78-2f55855c2930"/>
    <xsd:import namespace="7bac07af-680f-4b03-9cbc-50922cab4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584d70-5713-40a2-9c78-2f55855c2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이미지 태그" ma:readOnly="false" ma:fieldId="{5cf76f15-5ced-4ddc-b409-7134ff3c332f}" ma:taxonomyMulti="true" ma:sspId="c0a77422-370f-456e-82d2-10c6367ec7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ac07af-680f-4b03-9cbc-50922cab4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e5ee8e8-c375-4cef-9484-99febb57b18b}" ma:internalName="TaxCatchAll" ma:showField="CatchAllData" ma:web="7bac07af-680f-4b03-9cbc-50922cab4b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584d70-5713-40a2-9c78-2f55855c2930">
      <Terms xmlns="http://schemas.microsoft.com/office/infopath/2007/PartnerControls"/>
    </lcf76f155ced4ddcb4097134ff3c332f>
    <TaxCatchAll xmlns="7bac07af-680f-4b03-9cbc-50922cab4b6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898225-4692-4023-BBB5-B552D82068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584d70-5713-40a2-9c78-2f55855c2930"/>
    <ds:schemaRef ds:uri="7bac07af-680f-4b03-9cbc-50922cab4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C9D5C4-23F3-47B5-A482-072E6BA35295}">
  <ds:schemaRefs>
    <ds:schemaRef ds:uri="7bac07af-680f-4b03-9cbc-50922cab4b60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b584d70-5713-40a2-9c78-2f55855c2930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CEB80DF-425F-4036-8F32-0BDC8B24A60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Words>77</Words>
  <TotalTime>0</TotalTime>
  <Application>Microsoft Office PowerPoint</Application>
  <Template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isu</dc:creator>
  <dcterms:modified xsi:type="dcterms:W3CDTF">2026-03-09T23:42:33Z</dcterms:modified>
  <dc:title>PowerPoint 프레젠테이션</dc:title>
  <cp:lastPrinted>2013-12-24T08:06:03Z</cp:lastPrinted>
  <cp:lastModifiedBy>김혜만(Kim Haemann)</cp:lastModifiedBy>
  <dcterms:created xsi:type="dcterms:W3CDTF">2012-07-11T01:17:56Z</dcterms:created>
  <cp:revision>8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0x010100087243DDACC68C428D71130598E7BACC</vt:lpwstr>
  </property>
  <property fmtid="{D5CDD505-2E9C-101B-9397-08002B2CF9AE}" pid="3" name="MSIP_Label_90ec8bca-5b95-45f6-84e3-78bd67335579_Enabled">
    <vt:lpwstr>true</vt:lpwstr>
  </property>
  <property fmtid="{D5CDD505-2E9C-101B-9397-08002B2CF9AE}" pid="4" name="MSIP_Label_90ec8bca-5b95-45f6-84e3-78bd67335579_SetDate">
    <vt:lpwstr>2020-11-12T02:25:20Z</vt:lpwstr>
  </property>
  <property fmtid="{D5CDD505-2E9C-101B-9397-08002B2CF9AE}" pid="5" name="MSIP_Label_90ec8bca-5b95-45f6-84e3-78bd67335579_Method">
    <vt:lpwstr>Privileged</vt:lpwstr>
  </property>
  <property fmtid="{D5CDD505-2E9C-101B-9397-08002B2CF9AE}" pid="6" name="MSIP_Label_90ec8bca-5b95-45f6-84e3-78bd67335579_Name">
    <vt:lpwstr>Public</vt:lpwstr>
  </property>
  <property fmtid="{D5CDD505-2E9C-101B-9397-08002B2CF9AE}" pid="7" name="MSIP_Label_90ec8bca-5b95-45f6-84e3-78bd67335579_SiteId">
    <vt:lpwstr>3d1faaa9-563d-4f67-a713-4d7024664da8</vt:lpwstr>
  </property>
  <property fmtid="{D5CDD505-2E9C-101B-9397-08002B2CF9AE}" pid="8" name="MSIP_Label_90ec8bca-5b95-45f6-84e3-78bd67335579_ActionId">
    <vt:lpwstr>517ac108-6c20-406e-bb55-59e26810a043</vt:lpwstr>
  </property>
  <property fmtid="{D5CDD505-2E9C-101B-9397-08002B2CF9AE}" pid="9" name="MSIP_Label_90ec8bca-5b95-45f6-84e3-78bd67335579_ContentBits">
    <vt:lpwstr>1</vt:lpwstr>
  </property>
  <property fmtid="{D5CDD505-2E9C-101B-9397-08002B2CF9AE}" pid="10" name="MediaServiceImageTags">
    <vt:lpwstr/>
  </property>
</Properties>
</file>